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Kleidung beschreiben mit Adjektiven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Unidad 5 · Repaso · 45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🎯 Hoy aprendemos...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• Kleidungsvokabeln wiederholen (la ropa)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• Adjektive zur Beschreibung verwenden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• Genus-Anpassung: -o/-a und 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• Kleidung mündlich beschreiben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📝 Material: LB + 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La ropa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Kleidungsstücke · Wiederholung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camiseta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T-Shirt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camisa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Hemd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jersey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Pullover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sudadera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Kapuzenpulli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los pantalones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Hose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218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vestido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3218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das Kleid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→ LB Abschnitt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La ropa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falda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Rock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chaqueta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Jacke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abrigo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der Mantel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los zapatos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Schuhe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las botas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531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Stiefel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474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las zapatillas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0474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die Turnschuhe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→ AB Aufgabe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Los adjetivos (1/2)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Adjektive zur Beschreibung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556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bonito/a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500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hübsch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4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moderno/a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443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modern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cómodo/a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5387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bequem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elegante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33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elegant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deportivo/a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274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sportlich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→ LB Abschnitt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Los adjetivos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largo/a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corto/a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kurz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ancho/a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weit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estrecho/a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531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sencillo/a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531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schlicht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→ LB Abschnitt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Adjektive anpassen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Regel 1: -o/-a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passt sich an!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 jersey bonito / la camiseta bonita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mask. -o / fem. -a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Regel 2: -e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bleibt gleich!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 vestido elegante / la falda elegante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846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(keine Änderung)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Merksatz: Das Adjektiv ist der Schatten des Nomens!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Ergänze das Adjektiv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La camiseta es muy ___.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(cómodo)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El vestido es muy ___.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(elegante)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Los pantalones son muy ___.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(moderno)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La falda es demasiado 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7548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(corto)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Arial"/>
              </a:defRPr>
            </a:pPr>
            <a:r>
              <a:t>Optionen: Achte auf die Endung!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→ AB Aufgabe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La camiseta es muy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cómoda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El vestido es muy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elegante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Los pantalones son muy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modernos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La falda es demasiado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corta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💬 Über Kleidung sprechen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Beschreiben:  El/La ... es muy ...  ·  Llevo un/una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Bewerten:  Me gusta el/la ... porque es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                El/La ... es demasiado caro/a.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→ LB Abschnitt 4 · AB Aufgabe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👥 Partnerübung (5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Beschreibe deinem Partner 2-3 Kleidungsstücke!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A: Hoy llevo una camiseta blanca. Es muy cómoda.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B: Yo llevo un jersey azul. Es moderno y bonito.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La ropa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la camiseta, el jersey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los pantalones, el vestido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la falda, la chaqueta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los zapatos, las botas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Adjektive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-o/-a: passt sich 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-e: bleibt gleich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Plural: -os/-as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8 · Repaso-Ropa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ropa y los adjetivos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Unidad 5 · Repaso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Vokabeln wiederholen (Kleidung + Adjektive)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 fertigstellen (falls nicht geschafft)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Optional: Eigenes Outfit beschreiben (3 Sätze)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¡Muy bien! 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