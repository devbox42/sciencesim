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Las preposiciones de lugar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222222"/>
                </a:solidFill>
              </a:defRPr>
            </a:pPr>
            <a:r>
              <a:t>Die Ortspräpositionen – Wo befindet sich was?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Hoy aprendemos...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10 Ortspräpositionen auf Spanisch und Deutsch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Positionen beschreiben (Wo ist Copito?)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Ein Stadtviertel beschreiben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Repaso: Los lugares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¿Qué lugar 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el parque • la plaza • el cine • el teatro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la biblioteca • la iglesia • el supermercado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la panadería • la farmacia • el restaurante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77777"/>
                </a:solidFill>
              </a:defRPr>
            </a:pPr>
            <a:r>
              <a:t>Von Montag: Orte im Viertel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Las preposiciones de lugar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enfrente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gegenüber von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encima 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über, auf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al lado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neben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a la izquierda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links von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in, an, auf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Las preposiciones de lugar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a la derecha 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rechts von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entre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0876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zwischen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detrás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92024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hinter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debajo 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3172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unter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41E3A"/>
                </a:solidFill>
              </a:defRPr>
            </a:pPr>
            <a:r>
              <a:t>delante 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743200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vor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¡Ojo! – Wichtige Regel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de + el = 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✓ al lado del parque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✗ al lado de el parque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Übung 2B (Buch S. 106) – Copito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Schau dir die 10 Bilder von Copito an.</a:t>
            </a:r>
            <a:br/>
            <a:br/>
            <a:r>
              <a:t>Beschreibe für jedes Bild, wo der Hund ist.</a:t>
            </a:r>
            <a:br/>
            <a:br/>
            <a:r>
              <a:t>Beispiel: Bild 1 → 'Copito está debajo de la mesa.'</a:t>
            </a:r>
            <a:br/>
            <a:br/>
            <a:r>
              <a:t>Arbeitet zu zweit:</a:t>
            </a:r>
            <a:br/>
            <a:r>
              <a:t>• Partner A: Bild 1-5</a:t>
            </a:r>
            <a:br/>
            <a:r>
              <a:t>• Partner B: Bild 6-10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41E3A"/>
                </a:solidFill>
              </a:defRPr>
            </a:pPr>
            <a:r>
              <a:t>→ AB Aufgabe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Übung 4 (Buch S. 107) – Dos barrios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Schritt 1: Hört das Audio.</a:t>
            </a:r>
            <a:br/>
            <a:br/>
            <a:r>
              <a:t>Welches Viertel wird beschrieben?</a:t>
            </a:r>
            <a:br/>
            <a:br/>
            <a:r>
              <a:t>☐ Barrio A          ☐ Barrio 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Übung 4 – Beschreibe das andere Barrio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Schritt 2: Beschreibt das ANDERE Viertel</a:t>
            </a:r>
            <a:br/>
            <a:r>
              <a:t>(das nicht im Audio war)</a:t>
            </a:r>
            <a:br/>
            <a:br/>
            <a:r>
              <a:t>Mindestens 5 Sätze!</a:t>
            </a:r>
            <a:br/>
            <a:br/>
            <a:r>
              <a:t>Redemittel:</a:t>
            </a:r>
            <a:br/>
            <a:r>
              <a:t>• El/La ___ está enfrente de...</a:t>
            </a:r>
            <a:br/>
            <a:r>
              <a:t>• El/La ___ está al lado de...</a:t>
            </a:r>
            <a:br/>
            <a:r>
              <a:t>• El/La ___ está entre... y...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C41E3A"/>
                </a:solidFill>
              </a:defRPr>
            </a:pPr>
            <a:r>
              <a:t>→ AB Aufgabe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Resumen – Zusammenfassung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Heute gelernt: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10 Ortspräpositionen (enfrente de, al lado de, ...)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Positionen beschreiben: Copito está debajo de...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222222"/>
                </a:solidFill>
              </a:defRPr>
            </a:pPr>
            <a:r>
              <a:t>• Stadtviertel beschreiben: La iglesia está entre...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777777"/>
                </a:solidFill>
              </a:defRPr>
            </a:pPr>
            <a:r>
              <a:t>Hausaufgabe: Vokabeln lernen (Präpositionen)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