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C41E3A"/>
                </a:solidFill>
              </a:defRPr>
            </a:pPr>
            <a:r>
              <a:t>Repaso Unidad 5</a:t>
            </a:r>
          </a:p>
          <a:p>
            <a:pPr algn="ctr">
              <a:defRPr sz="2400">
                <a:solidFill>
                  <a:srgbClr val="333333"/>
                </a:solidFill>
              </a:defRPr>
            </a:pPr>
            <a:r>
              <a:t>La ropa, los colores, los números 100-1000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Spanisch Klasse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¡Vamos! Schätz-Spiel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¿Cuánto cuesta? – Was kostet das?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Schau dir die Gegenstände an und schätze den Preis!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Antworte auf Spanisch.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Un libro (ein Buch)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Una camiseta (ein T-Shirt)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Unos zapatos (Schuhe)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Ejemplo: "Creo que cuesta... veinte euros."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La ropa – Kleidung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Buch S. 78-79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Diese Vokabeln brauchst du: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la camiseta = das T-Shirt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el jersey = der Pullover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los pantalones = die Hose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el vestido = das Kleid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los zapatos = die Schuhe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la falda = der Rock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1: La ropa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Arbeitsblatt • 5 Punkte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Verbinde mit Linien!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Zeichne eine Linie vom deutschen zum spanischen Wort.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Du hast 2 Minuten Zeit.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¡Vamos!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1: La ropa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37160"/>
            <a:ext cx="1828800" cy="457200"/>
          </a:xfrm>
          <a:prstGeom prst="round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01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Die richtigen Paare: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T-Shirt → la camiseta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Hose → los pantalones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Schuhe → los zapatos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Kleid → el vestido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Pullover → el jersey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Los colores – Farben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Achtung: Endungen!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Farben passen sich dem Nomen an!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blanco / blanca = weiß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negro / negra = schwarz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rojo / roja = rot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azul = blau (keine Änderung)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marrón = braun (keine Änderung)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Beispiel: la camiseta blanca (feminin!)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2: Los colores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Arbeitsblatt • 4 Punkte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Schreibe die richtige Farbe!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Achte auf die Endung: -o oder -a?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Schau auf den Artikel: el = maskulin, la = feminin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¡Adelante!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2: Los colores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37160"/>
            <a:ext cx="1828800" cy="457200"/>
          </a:xfrm>
          <a:prstGeom prst="round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01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Die richtigen Farben: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a) la camiseta blanca (weiß, feminin)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b) el jersey negro (schwarz, maskulin)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c) los zapatos marrón (braun, invariabel)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d) la falda roja (rot, feminin)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Modalverben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Buch S. 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querer (wollen) – poder (können) – tener que (müssen)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yo quiero / puedo / tengo 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tú quieres / puedes / tienes 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él/ella quiere / puede / tiene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nosotros queremos / podemos / tenemos 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ellos quieren / pueden / tienen 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3: Modalverben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Arbeitsblatt • 5 Punkte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Ergänze die richtige Form!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Schau auf das Subjekt: yo, tú, nosotros...?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Welches Verb steht in Klammern?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Du hast 3 Minuten Zeit.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¡Mucha suerte!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3: Modalverben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37160"/>
            <a:ext cx="1828800" cy="457200"/>
          </a:xfrm>
          <a:prstGeom prst="round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01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a) Yo quiero comprar un jersey.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b) Tú no puedes ir a la fiesta.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c) Nosotros tenemos que estudiar.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d) Ellos quieren una chaqueta.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e) María puede hablar español.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Los números 100-1000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Neue Zahlen!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8595360" cy="34747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100 = cien     200 = doscientos/as     300 = trescientos/as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400 = cuatrocientos/as     500 = quinientos/as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600 = seiscientos/as     700 = setecientos/as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800 = ochocientos/as     900 = novecientos/as     1000 = 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Wichtig: 100 allein = cien, aber 101 = ciento uno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Unregelmäßig: quinientos, setecientos, novecientos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Genus: doscientos euros / doscientas personas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4: Zahlen schreiben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Arbeitsblatt • 6 Punkte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Schreibe die Zahlen als spanische Wörter!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Nutze den Merkkasten auf deinem Arbeitsblatt.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Tipp: Große Zahlen = Hunderter + Zehner/Einer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Beispiel: 725 = setecientos + veinticinco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¡Inténtalo!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4: Zahlen schreiben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37160"/>
            <a:ext cx="1828800" cy="457200"/>
          </a:xfrm>
          <a:prstGeom prst="round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01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a) 100 = cien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b) 350 = trescientos cincuenta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c) 500 = quinientos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d) 725 = setecientos veinticinco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e) 999 = novecientos noventa y nueve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f) 1000 = mil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5: Zahlen erkennen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Arbeitsblatt • 4 Punkte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Schreibe die Zahl als Ziffer!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Lies das spanische Wort und schreibe die Zahl.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Tipp: Zerlege in Hunderter +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¡Es fácil!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5: Zahlen erkennen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37160"/>
            <a:ext cx="1828800" cy="457200"/>
          </a:xfrm>
          <a:prstGeom prst="round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01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a) doscientos cuarenta = 240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b) quinientos ochenta y tres = 583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c) setecientos quince = 715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d) novecientos noventa y nueve = 999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 compras – Einkaufen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Buch S. 84-85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Wichtige Redemittel: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¿En qué puedo ayudarte? = Wie kann ich dir helfen?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Quiero comprar... = Ich möchte ... kaufen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¿Qué color quieres? = Welche Farbe möchtest du?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¿Cuánto cuesta? = Wieviel kostet das?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Lo compro. = Ich kaufe 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6: Einkaufsdialog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Arbeitsblatt • 4 Punkte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Ergänze den Dialog auf Spanisch!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7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Du bist der Kunde (Cliente) und möchtest einkaufen.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Die deutschen Übersetzungen helfen 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Nutze die Redemittel von der vorherigen Folie!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¡Buena suerte!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Aufgabe 6: Einkaufsdialog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37160"/>
            <a:ext cx="1828800" cy="457200"/>
          </a:xfrm>
          <a:prstGeom prst="round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01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Cliente: Quiero comprar un jersey.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Cliente: Quiero uno azul.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Cliente: ¿Cuánto cuesta?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Cliente: Bien, lo compro.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Extension Tasks (★★★)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Für Schnelle • +5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E1: Rechenaufgabe (+2 BE)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Pablo kauft eine Jacke für 245€ und Schuhe für 189€.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Schreibe den Gesamtpreis als spanisches Wort.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E2: Eigener Dialog (+3 BE)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Schreibe einen Einkaufsdialog (4 Zeilen):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Du möchtest ein rotes Kleid kaufen, das 599€ kostet.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¡Buena suerte!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Extension Tasks (★★★)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Lösungen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37160"/>
            <a:ext cx="1828800" cy="457200"/>
          </a:xfrm>
          <a:prstGeom prst="round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20116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LÖSUNG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E1: 245 + 189 = 434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cuatrocientos treinta y cuatro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E2: Beispieldialog: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Cliente: Quiero comprar un vestido rojo.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Vendedor: Aquí tienes. Cuesta 599 euros.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Cliente: ¿Cuánto cuesta?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41E3A"/>
                </a:solidFill>
              </a:defRPr>
            </a:pPr>
            <a:r>
              <a:t>Vendedor: Quinientos noventa y nueve euros.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¡Muy bien!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Das hast du heute gelernt: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Vokabeln: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La ropa (Kleidung) + Los colores (Farben)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Los números 100-1000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Grammatik: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Modalverben: querer, poder, tener 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Farben mit Genus-Anpassung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Kommunikation: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Einkaufsdialog führen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Bewertung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28 BE + 5 BE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Basis (28 BE):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Aufgabe 1-6: 5+4+5+6+4+4 = 28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Extension (★★★, +5 BE):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E1 Rechenaufgabe: +2 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• E2 Eigener Dialog: +3 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14-NP-Skala: 28 BE = 14 NP | 22 BE = 10 NP | 13 BE = 5 NP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