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Arial"/>
              </a:defRPr>
            </a:pPr>
            <a:r>
              <a:t>Mi familia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0">
                <a:solidFill>
                  <a:srgbClr val="FFCCCC"/>
                </a:solidFill>
                <a:latin typeface="Arial"/>
              </a:defRPr>
            </a:pPr>
            <a:r>
              <a:t>Possessivbegleiter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EEAAAA"/>
                </a:solidFill>
                <a:latin typeface="Arial"/>
              </a:defRPr>
            </a:pPr>
            <a:r>
              <a:t>Sequenz 2 · Lektion 02c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Spanisch Klasse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0">
                <a:solidFill>
                  <a:srgbClr val="222222"/>
                </a:solidFill>
                <a:latin typeface="Arial"/>
              </a:defRPr>
            </a:pPr>
            <a:r>
              <a:t>🇪🇸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LP-02c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Mi familia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Lernziele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Possessivbegleiter (mein, dein, sein)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Familie beschreiben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Possessiv + Plural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LP-02c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Mi familia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📝 Possessivbegleiter Singular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mi padre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mein Vater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tu madre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51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deine Mutter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su hermano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749039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sein/ihr Bruder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LP-02c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Mi familia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📝 Possessivbegleiter Plural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mis padres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meine Eltern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tus hermanos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51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deine Geschwister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sus abuelos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749039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seine/ihre Großeltern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029200"/>
            <a:ext cx="11274552" cy="1097280"/>
          </a:xfrm>
          <a:prstGeom prst="rect">
            <a:avLst/>
          </a:prstGeom>
          <a:solidFill>
            <a:srgbClr val="FFF8F0"/>
          </a:solidFill>
          <a:ln>
            <a:solidFill>
              <a:srgbClr val="B3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2120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222222"/>
                </a:solidFill>
                <a:latin typeface="Arial"/>
              </a:defRPr>
            </a:pPr>
            <a:r>
              <a:t>💡 Vor Plural: mi→mis, tu→tus, su→sus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LP-02c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Mi familia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📝 Übersicht Possessiv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mi / mis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mein/e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tu / 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51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dein/e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su / sus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749039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sein/e, ihr/e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LP-02c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Mi familia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Beispiele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Mi hermana se llama Ana.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Mis padres son de España.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Tu primo tiene 14 años.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Sus abuelos viven en Madrid.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LP-02c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Mi familia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Haustiere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74552" cy="5943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Spanisch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Deutsch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el perro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der Hund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el gato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die Katze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el pájaro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der Vogel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AB-02c: Kasten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LP-02c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Mi familia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Meine Familie beschreiben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Mi familia es pequeña/grande.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Tengo un/a hermano/a.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No tengo hermanos. (keine)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Tenemos un perro.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LP-02c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Mi familia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ÜBUNG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✏️ Übung: Possessiv ergänzen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___ hermana (ich)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___ padres (du)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404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___ abuelos (er)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8404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AB-02c: Aufgabe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LP-02c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Mi familia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2A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LÖSUNG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✅ Lösung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C41E3A"/>
                </a:solidFill>
                <a:latin typeface="Arial"/>
              </a:defRPr>
            </a:pPr>
            <a:r>
              <a:t>meine Schwester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mi hermana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C41E3A"/>
                </a:solidFill>
                <a:latin typeface="Arial"/>
              </a:defRPr>
            </a:pPr>
            <a:r>
              <a:t>deine Eltern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1089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tus padres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C41E3A"/>
                </a:solidFill>
                <a:latin typeface="Arial"/>
              </a:defRPr>
            </a:pPr>
            <a:r>
              <a:t>seine Großeltern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420624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sus abuelos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LP-02c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Mi familia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ÜBUNG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✏️ Übung: Übersetzen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Mein Bruder heißt Max.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Deine Eltern sind nett.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___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AB-02c: Aufgabe 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LP-02c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Mi familia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📋 Zusammenfassung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Vokabeln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mi / mis – mein/e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tu / tus – dein/e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su / sus – sein/e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Grammatik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0116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Singular: mi, tu, su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60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Plural: mis, tus, sus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LP-02c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Mi familia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HAUSAUFGABE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Para casa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Possessivbegleiter lernen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7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926079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Deine Familie beschreiben (5 Sätze)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4903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749039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AB-02c vollständig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C41E3A"/>
                </a:solidFill>
                <a:latin typeface="Arial"/>
              </a:defRPr>
            </a:pPr>
            <a:r>
              <a:t>¡Hasta luego!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