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Mi familia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Possessivbegleiter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2 · Lektion 02c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Mi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Possessivbegleiter Sg.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mi padre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mein Vater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tu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deine Mutter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su hermano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sein Bruder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Mi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Possessivbegleiter 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mis padres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meine Eltern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tus hermanos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deine Geschwister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mi→mis, tu→tus, su→sus vor Plural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Mi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Ergänze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hermana (ich)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padres (du)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AB-02c: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Mi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Possessivbegleiter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Familie beschreiben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