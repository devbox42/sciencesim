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La familia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Familienmitglieder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2 · Lektion 02a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👨‍👩‍👧‍👦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LP-02a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 familia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Kernfamilie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padre / la madre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Vater / Mutter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hijo / la hija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Sohn / Tochter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hermano / la hermana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Bruder / Schwester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AB-02a: Kasten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LP-02a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 familia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Erweiterte Familie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abuelo / la abuela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Opa / Oma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tío / la tía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Onkel / Tante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el primo / la prima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Cousin / Cousine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AB-02a: Kasten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LP-02a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 familia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Plural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padre → padres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+es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hermana → hermanas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+s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LP-02a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 familia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Zuordnung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el abuelo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la hermana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AB-02a: Aufgabe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LP-02a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La familia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Familienvokabeln lernen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7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Stammbaum zeichnen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¡Hasta luego!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