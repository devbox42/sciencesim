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Test: La familia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Minitest Sequenz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2 · Lektion 02d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Wiederholung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Familienmitglieder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Zahlen 1–20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tener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mi/tu/su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Alle Vokabeln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tener + Possessiv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¡Buena suerte!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