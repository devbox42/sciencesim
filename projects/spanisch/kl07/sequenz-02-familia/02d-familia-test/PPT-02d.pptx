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Test: La familia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Minitest Sequenz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2 · Lektion 02d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Sequenz 2: Rückblick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2a: Familienmitglieder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2b: tener, Zahlen, Alter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2c: Possessivbegleiter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Vokabeln Seq.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padre/madre, hijo/hija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hermano/a, abuelo/a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tío/tía, primo/a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Zahlen 1–20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perro, gato, pájaro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Grammatik: 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tengo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habe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tú tienes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du hast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él/ella tiene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er/sie hat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Grammatik: Possessiv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mi / mis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mein/e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tu / 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dein/e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su / sus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sein/e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Minitest: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1: Familienvokabeln (6 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2: tener-Konjugation (6 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3: Zahlen 1–20 (4 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4: Possessivbegleiter (6 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5: Familie beschreiben (3 P)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Familie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der Bruder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die Großmutter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MT-02d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Yo ___ 13 años.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Ella ___ dos hermanos.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MT-02d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Possessiv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madre (ich)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hermanos (du)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MT-02d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Tipps für den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Familienvokabeln mit Artikel lernen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tener: Stammwechsel e→ie beachten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Possessiv: Singular vs. Plural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Alle Vokabeln Seq. 2 wiederholen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tener-Tabelle üben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mi/mis, tu/tus, su/sus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¡Buena suerte!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