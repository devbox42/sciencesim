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Tengo 12 años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tener und Alter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2 · Lektion 02b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Tengo 12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Das Verb tener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tengo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habe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tienes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hast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él/ella tiene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er/sie 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Tengo 12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Zahlen 1–20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uno–cinco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1–5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seis–diez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6–10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once–quince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11–15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AB-02b: Kasten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Tengo 12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Alter angeben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¿Cuántos años tienes?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Wie alt bist du?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Tengo doce años.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bin 12.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Im Spanischen "hat" man Jahre!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Tengo 12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Ergänze tener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Yo ___ 13 años.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(tengo)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Mi hermano ___ 10 años.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(tiene)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AB-02b: Aufgabe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LP-02b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Tengo 12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tener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Zahlen 1–20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