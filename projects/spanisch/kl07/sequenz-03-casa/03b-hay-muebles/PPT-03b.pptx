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Hay una mesa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hay + Möbel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3 · Lektion 03b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Hay una mesa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hay = es gibt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Hay una mesa.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Es gibt einen Tisch.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Hay dos sillas.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Es gibt zwei Stühle.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hay ist unveränderlich!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Hay una mesa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Möbel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mesa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Tisch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silla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Stuhl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sofá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Sofa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cama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Bett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AB-03b: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Hay una mesa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Beschreibe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En mi dormitorio hay...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AB-03b: Aufgabe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Hay una mesa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Möbelvokabeln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hay-Sätze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