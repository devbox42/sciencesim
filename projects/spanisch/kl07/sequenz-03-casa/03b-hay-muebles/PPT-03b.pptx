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Arial"/>
              </a:defRPr>
            </a:pPr>
            <a:r>
              <a:t>Hay una mesa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0">
                <a:solidFill>
                  <a:srgbClr val="FFCCCC"/>
                </a:solidFill>
                <a:latin typeface="Arial"/>
              </a:defRPr>
            </a:pPr>
            <a:r>
              <a:t>hay + Möbel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EEAAAA"/>
                </a:solidFill>
                <a:latin typeface="Arial"/>
              </a:defRPr>
            </a:pPr>
            <a:r>
              <a:t>Sequenz 3 · Lektion 03b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Spanisch Klasse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692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0">
                <a:solidFill>
                  <a:srgbClr val="222222"/>
                </a:solidFill>
                <a:latin typeface="Arial"/>
              </a:defRPr>
            </a:pPr>
            <a:r>
              <a:t>🇪🇸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LP-03b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Hay una mesa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Lernziele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hay = es gibt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Möbel benennen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Zimmer beschreiben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LP-03b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Hay una mesa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📝 hay = es gibt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Hay una mesa.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5544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Es gibt einen Tisch.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Hay dos sillas.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6517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Es gibt zwei Stühle.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029200"/>
            <a:ext cx="11274552" cy="1097280"/>
          </a:xfrm>
          <a:prstGeom prst="rect">
            <a:avLst/>
          </a:prstGeom>
          <a:solidFill>
            <a:srgbClr val="FFF8F0"/>
          </a:solidFill>
          <a:ln>
            <a:solidFill>
              <a:srgbClr val="B3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2120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222222"/>
                </a:solidFill>
                <a:latin typeface="Arial"/>
              </a:defRPr>
            </a:pPr>
            <a:r>
              <a:t>💡 hay ist UNVERÄNDERLICH!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LP-03b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Hay una mesa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📝 hay: Verneinung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No hay televisor.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5544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Es gibt keinen Fernseher.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No hay ventanas.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6517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Es gibt keine Fenster.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029200"/>
            <a:ext cx="11274552" cy="1097280"/>
          </a:xfrm>
          <a:prstGeom prst="rect">
            <a:avLst/>
          </a:prstGeom>
          <a:solidFill>
            <a:srgbClr val="FFF8F0"/>
          </a:solidFill>
          <a:ln>
            <a:solidFill>
              <a:srgbClr val="B3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2120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222222"/>
                </a:solidFill>
                <a:latin typeface="Arial"/>
              </a:defRPr>
            </a:pPr>
            <a:r>
              <a:t>💡 Einfach "no" davor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LP-03b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Hay una mesa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📚 Möbel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1274552" cy="59436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Spanisch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Deutsch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756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la mesa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0756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der Tisch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60320"/>
            <a:ext cx="11274552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700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la silla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6700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der Stuhl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644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el sofá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2644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das Sofa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49039"/>
            <a:ext cx="11274552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85876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la cama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85876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das Bett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Arial"/>
              </a:defRPr>
            </a:pPr>
            <a:r>
              <a:t>📝 AB-03b: Kasten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LP-03b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Hay una mesa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📚 Möbel 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1274552" cy="59436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Spanisch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Deutsch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756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el armario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0756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der Schrank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60320"/>
            <a:ext cx="11274552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700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la estantería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6700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das Regal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644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la lámpara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2644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die Lampe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49039"/>
            <a:ext cx="11274552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85876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la alfombra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85876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der Teppich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Arial"/>
              </a:defRPr>
            </a:pPr>
            <a:r>
              <a:t>📝 AB-03b: Kasten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LP-03b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Hay una mesa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📚 Elektrogeräte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1274552" cy="59436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Spanisch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Deutsch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756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el televisor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0756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der Fernseher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60320"/>
            <a:ext cx="11274552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700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el ordenador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6700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der Computer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644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la nevera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2644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der Kühlschrank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Arial"/>
              </a:defRPr>
            </a:pPr>
            <a:r>
              <a:t>📝 AB-03b: Kasten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LP-03b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Hay una mesa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Beispielbeschreibung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En mi dormitorio hay una cama.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Hay un armario grande.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También hay una mesa pequeña.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No hay televisor.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LP-03b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Hay una mesa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"/>
            <a:ext cx="1828800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13231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ÜBUNG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✏️ Übung: Beschreibe dein Zimmer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Arial"/>
              </a:defRPr>
            </a:pPr>
            <a:r>
              <a:t>En mi dormitorio hay...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888888"/>
                </a:solidFill>
                <a:latin typeface="Arial"/>
              </a:defRPr>
            </a:pPr>
            <a:r>
              <a:t>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Arial"/>
              </a:defRPr>
            </a:pPr>
            <a:r>
              <a:t>También hay...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9260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888888"/>
                </a:solidFill>
                <a:latin typeface="Arial"/>
              </a:defRPr>
            </a:pPr>
            <a:r>
              <a:t>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404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Arial"/>
              </a:defRPr>
            </a:pPr>
            <a:r>
              <a:t>No hay...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8404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888888"/>
                </a:solidFill>
                <a:latin typeface="Arial"/>
              </a:defRPr>
            </a:pPr>
            <a:r>
              <a:t>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Arial"/>
              </a:defRPr>
            </a:pPr>
            <a:r>
              <a:t>📝 AB-03b: Aufgabe 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LP-03b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Hay una mesa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"/>
            <a:ext cx="1828800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13231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ÜBUNG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✏️ Übung: Übersetzen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Arial"/>
              </a:defRPr>
            </a:pPr>
            <a:r>
              <a:t>Es gibt ein Sofa.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888888"/>
                </a:solidFill>
                <a:latin typeface="Arial"/>
              </a:defRPr>
            </a:pPr>
            <a:r>
              <a:t>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Arial"/>
              </a:defRPr>
            </a:pPr>
            <a:r>
              <a:t>Es gibt keinen Tisch.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9260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888888"/>
                </a:solidFill>
                <a:latin typeface="Arial"/>
              </a:defRPr>
            </a:pPr>
            <a:r>
              <a:t>___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Arial"/>
              </a:defRPr>
            </a:pPr>
            <a:r>
              <a:t>📝 AB-03b: Aufgabe 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LP-03b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Hay una mesa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"/>
            <a:ext cx="1828800" cy="457200"/>
          </a:xfrm>
          <a:prstGeom prst="rect">
            <a:avLst/>
          </a:prstGeom>
          <a:solidFill>
            <a:srgbClr val="2A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13231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LÖSUNG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✅ Lösung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C41E3A"/>
                </a:solidFill>
                <a:latin typeface="Arial"/>
              </a:defRPr>
            </a:pPr>
            <a:r>
              <a:t>Es gibt ein Sofa.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Hay un sofá.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C41E3A"/>
                </a:solidFill>
                <a:latin typeface="Arial"/>
              </a:defRPr>
            </a:pPr>
            <a:r>
              <a:t>Es gibt keinen Tisch.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10896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No hay mesa.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LP-03b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Hay una mesa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📋 Zusammenfassung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Vokabeln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hay = es gibt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603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no hay = es gibt kein/e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089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hay + Singular/Plural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Grammatik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0116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mesa, silla, sofá, cama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5603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armario, estantería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1089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televisor, ordenador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LP-03b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Hay una mesa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"/>
            <a:ext cx="1828800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13231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HAUSAUFGABE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📚 Para casa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1031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Möbelvokabeln lernen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7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926079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Dein Zimmer beschreiben (hay)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4903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749039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AB-03b vollständig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7607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C41E3A"/>
                </a:solidFill>
                <a:latin typeface="Arial"/>
              </a:defRPr>
            </a:pPr>
            <a:r>
              <a:t>¡Hasta luego!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