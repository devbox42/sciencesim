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Los colores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Farben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3 · Lektion 03c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🔴🟢🔵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colores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Farben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rojo/a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rot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azul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blau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verde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grün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amarillo/a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gelb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AB-03c: Kasten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colores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Adjektiv-Angleichung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el sofá rojo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das rote Sofa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la silla roja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der rote Stuhl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-o/-a passt sich 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colores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Farben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La mesa es ___.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(blanca)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AB-03c: Aufgabe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colores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Farben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Zimmer beschreiben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