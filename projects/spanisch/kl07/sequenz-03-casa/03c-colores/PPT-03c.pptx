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Farben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3 · Lektion 03c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🔴🟢🔵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Farben auf Spanisch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Adjektive angleichen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Dinge beschreiben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Farben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rojo/a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azul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blau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verde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grün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amarillo/a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gelb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AB-03c: Kasten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Farben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blanco/a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weiß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negro/a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schwarz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grau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marrón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braun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AB-03c: Kasten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Weitere Farben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rosa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naranja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morado/a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lila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AB-03c: Kasten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Adjektiv-Angleichung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 sofá rojo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das rote Sofa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la silla roja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der rote Stuhl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-o → -a bei feminin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Unveränderliche Farben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azul, verde, gris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ändern sich NICHT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 libro azul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la mesa azul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Farben auf -e oder Kons. bleiben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Plural der Farben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los libros rojos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die roten Bücher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las sillas azules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die blauen Stühle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La cama es blanca.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El armario es marrón.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Las paredes son amarillas.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Los libros son azules.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Farbe angleichen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La mesa es ___ (weiß)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El sofá es ___ (grün)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Las sillas son ___ (rot)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AB-03c: Aufgabe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La mesa es blanca.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sofá es verde.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Las sillas son rojas.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rojo/a, amarillo/a, blanco/a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azul, verde, gris (unverändert)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marrón, rosa, naranja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Angleichung: -o → -a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Plural: +s oder +es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Nach Nomen: el coche rojo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Farben auswendig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Zimmer mit Farben beschreiben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AB-03c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