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Minitest Sequenz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3 · Lektion 03d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Sequenz 3: Rückblick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3a: Räume im Haus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3b: hay + Möbel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Lektion 3c: Farben und Adjektive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Vokabeln Seq.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cocina, salón, dormitorio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mesa, silla, cama, sofá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armario, estantería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rojo, azul, verde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blanco, negro, gris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amarillo, marrón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hay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Hay una mesa.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Es gibt einen Tisch.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No hay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Es gibt kein Sofa.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hay = unveränderlich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Grammatik: Adjektive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el sofá rojo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mask. → -o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la silla roja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fem. → -a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azul, verde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unveränderlich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Minitest: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1: Räume benennen (5 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2: Möbelvokabeln (6 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3: hay-Sätze bilden (6 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4: Farben angleichen (6 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Teil 5: Zimmer beschreiben (2 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Räume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Küche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Schlafzimmer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MT-03d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hay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Es gibt ein Bett.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Es gibt keinen Fernseher.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MT-03d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Probe: Farben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la mesa ___ (weiß)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el sofá ___ (rot)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MT-03d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Tipps für den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Vokabeln mit Artikel lernen (el/la)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hay: Singular UND Plural möglich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Farben: -o/-a nur bei manchen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Test: 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Alle Vokabeln Seq. 3 wiederholen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hay-Sätze üben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Adjektiv-Angleichung üben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¡Buena suerte!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