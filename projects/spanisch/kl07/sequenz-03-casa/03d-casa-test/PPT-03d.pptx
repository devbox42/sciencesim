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Test: La casa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Minitest Sequenz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3 · Lektion 03d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🇪🇸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Test: La casa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Wiederholung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Vokabeln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Räume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Möbel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Farben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Grammatik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hay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Adjektive -o/-a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LP-03d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Test: La casa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Alle Vokabeln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hay-Sätze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¡Buena suerte!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