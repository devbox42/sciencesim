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La casa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Räume im Haus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3 · Lektion 03a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Räume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cocina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Küche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salón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Wohnzimmer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dormitorio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Schlafzimmer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baño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AB-03a: Kasten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Räume benennen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Hier schläft man: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Hier kocht man: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AB-03a: Aufgabe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Räume-Vokabeln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