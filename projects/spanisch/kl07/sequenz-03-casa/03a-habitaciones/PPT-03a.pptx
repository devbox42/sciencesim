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Räume im Haus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3 · Lektion 03a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Räume im Haus benennen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Wohnungsbeschreibung verstehen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Vokabeln mit Artikel lernen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Haupträume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cocina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Küche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salón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Wohnzimmer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dormitorio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Schlafzimmer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baño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Badezimmer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AB-03a: Kasten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Weitere Räume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comedor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Esszimmer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pasillo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Flur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jardín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Garten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garaje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Garage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AB-03a: Kasten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Stockwerke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planta baja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Erdgeschoss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primer piso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1. Stock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ático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Dachgeschoss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AB-03a: Kasten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Typisches spanisches Haus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Viele Häuser haben einen patio (Innenhof)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Balcón (Balkon) ist wichtig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Terraza (Terrasse) zum Essen im Freien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Genus beachten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EL: salón, dormitorio, baño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maskulin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LA: cocina, terraza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feminin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-o meist maskulin, -a meist feminin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Wo macht man was?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Schlafen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Kochen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Fernsehen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AB-03a: Aufgabe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Schlafen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el dormitorio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Kochen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la cocina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Fernsehen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el salón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Artikel ergänzen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cocina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salón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___ baño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AB-03a: Aufgabe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la cocina – Küche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el salón – Wohnzimmer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el dormitorio – Schlafzimmer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el baño – Bad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el comedor – Esszimmer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el jardín – Garten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el garaje – Garage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LP-03a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La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Räume-Vokabeln mit Artikel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Dein Zuhause beschreiben (Räume)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AB-03a vollständig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