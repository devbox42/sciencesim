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¿Qué tal?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Arial"/>
              </a:defRPr>
            </a:pPr>
            <a:r>
              <a:t>Minitest Sequenz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EAAAA"/>
                </a:solidFill>
                <a:latin typeface="Arial"/>
              </a:defRPr>
            </a:pPr>
            <a:r>
              <a:t>Sequenz 1 · Lektion 01d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Spanisch Klasse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0">
                <a:solidFill>
                  <a:srgbClr val="222222"/>
                </a:solidFill>
                <a:latin typeface="Arial"/>
              </a:defRPr>
            </a:pPr>
            <a:r>
              <a:t>🇪🇸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¿Qué tal?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Testübersicht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Teil 1: Begrüßung (8P)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Teil 2: ser (6P)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Teil 3: Artikel (6P)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¿Qué tal?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📋 Wiederholung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Vokabeln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Begrüßungen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Verabschiedungen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Grammatik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el/la/los/las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¿Qué tal?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HAUSAUFGABE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Alle Vokabeln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2607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ser üben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Arial"/>
              </a:defRPr>
            </a:pPr>
            <a:r>
              <a:t>¡Buena suerte!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