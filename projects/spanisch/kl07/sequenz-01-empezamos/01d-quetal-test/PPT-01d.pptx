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Wiederholung Sequenz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1 · Lektion 01d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Sequenz 1: Rückblick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1a: Begrüßen &amp; Verabschieden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1b: Sich vorstellen, 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1c: Artikel, Alphabet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Vokabeln Seq.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¡Hola! / ¡Adiós!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Buenos días/tardes/noches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Me llamo... / Soy de...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el/la/los/las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un/una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español/a, alemán/a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soy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bin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eres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bist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él/ella 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er/sie 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nosotros somos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8463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wir sind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Artikel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el/los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maskulin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la/las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feminin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un/una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unbestimmt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Minitest: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1: Begrüßung &amp; Verabschiedung (8 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2: ser-Konjugation (6 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3: Artikel ergänzen (6 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4: Sich vorstellen (5 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Begrüßung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Guten Morgen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Tschüss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MT-01d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de Alemania.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Ella ___ española.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MT-01d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Artikel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libro (m.)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profesora (f.)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MT-01d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Tipps für den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Begrüßungen nach Tageszeit unterscheiden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ser-Formen sicher können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Genus der Nomen beachten (el/la)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Vokabeln Seq. 1 wiederholen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ser-Tabelle auswendig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Artikel el/la üben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¡Buena suerte!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