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Sich vorstellen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1 · Lektion 01b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Sich vorstellen können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Verb ser konjugieren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Herkunft und Nationalität angeben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Sich vorstellen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Wie heißt du?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Me llamo...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heiße...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Soy...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bin...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AB-01b: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Herkunft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¿De dónde eres?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Woher kommst du?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Soy de...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komme aus...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Vivo en...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wohne in...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AB-01b: Kasten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Das Verb ser (sein)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soy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bin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eres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bist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él/ella 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er/sie 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ser = dauerhafter Zustand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ser: Plural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nosotros/-as somos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wir sind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vosotros/-as sois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ihr seid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ellos/ellas 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sie sind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Länder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España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Spanien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Alemania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Deutschland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Francia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Frankreich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Italia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Italien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AB-01b: Kasten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Nationalitäten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español/a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alemán/alemana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francés/francesa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französisch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AB-01b: Kasten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Dialog: Kennenlernen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¡Hola! ¿Cómo te llamas?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Me llamo María. ¿Y tú?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Soy Carlos. ¿De dónde eres?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Soy de España.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Soy de Alemania.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ser ergänzen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María.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(bin)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Tú ___ de Rostock.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(bist)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Ella ___ española.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(ist)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AB-01b: Aufgabe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Yo soy María.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Tú eres de Rostock.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Ella es española.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Übersetzen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Ich heiße Tim.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Ich komme aus Deutschland.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AB-01b: Aufgabe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Ich heiße Tim.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Me llamo Tim.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Ich komme aus Deutschland.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Soy de Alemania.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Me llamo... – Ich heiße...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Soy de... – Ich bin aus...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español/a, alemán/a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soy, eres, 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somos, sois, 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¿Cómo te llamas?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ser-Formen auswendig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Steckbrief über dich schreiben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AB-01b Aufgaben 1-4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