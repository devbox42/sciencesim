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Sich vorstellen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1 · Lektion 01b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Vorstellung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Me llamo...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heiße...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Soy...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bin...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Soy de...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komme aus...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AB-01b: Kasten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Das Verb 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soy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bin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eres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bist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Länder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España → español/a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Spanien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Alemania → alemán/a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Deutschland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México → mexicano/a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Mexiko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AB-01b: Kasten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Ergänze 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María.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(soy)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Tú ___ de Rostock.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(eres)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AB-01b: Aufgabe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LP-01b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¿Cómo te llamas?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ser-Formen lernen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Steckbrief schreiben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