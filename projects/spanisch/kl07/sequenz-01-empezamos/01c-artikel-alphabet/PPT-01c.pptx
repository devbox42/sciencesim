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Artikel und Alphabet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1 · Lektion 01c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Lernziele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spanische Alphabet kennen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Bestimmte Artikel (el/la/los/las)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Unbestimmte Artikel (un/una)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Bestimmte Artikel: Singular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el chico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der Junge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la chica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das Mädchen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el = maskulin, la = feminin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Bestimmte Artikel: Plural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los chicos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die Jungen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las chicas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die Mädchen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los = mask. Pl., las = fem. Pl.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Unbestimmte Artikel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un libro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ein Buch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una mesa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ein Tisch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un = mask., una = fem. (kein Plural!)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Schulvokabeln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libro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Buch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mesa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Tisch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profesor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Lehrer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profesora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Lehrerin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AB-01c: Kasten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Mehr Vokabeln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lápiz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Bleistift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ventana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Fenster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cuaderno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Heft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AB-01c: Kasten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Das spanische Alphabet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27 Buchstaben (wie Deutsch + ñ)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Besonder: ñ (eñe) = nj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ch und ll sind Buchstabenkombinationen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Alle Buchstaben sprechen sich gleich aus!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Aussprache-Tipps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wie deutsches ch in "Bach"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z/ce/ci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wie englisches 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wie nj in "Cognac"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Artikel ergänzen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profesor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(der)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profesora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(die)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libros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(die, Pl.)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AB-01c: Aufgabe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el profesor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la profesora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los libros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Buchstabieren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HOLA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h-o-l-a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Dein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AB-01c: Aufgabe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el/la – der/die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los/las – die (Plural)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un/una – ein/eine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Alphabet: 27 Buchstaben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Besonders: ñ, j, z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alfabeto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Artikel el/la/los/las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Alphabet üben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Deinen Namen buchstabieren können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