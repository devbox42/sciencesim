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El alfabeto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Artikel und Alphabet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1 · Lektion 01c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alfabeto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Bestimmte Artikel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 chico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der Junge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la chica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das Mädchen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los/las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Plural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alfabeto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Unbestimmte Artikel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un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ein Buch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una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ein Tisch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alfabeto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Das spanische Alphabet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Besondere Buchstaben: ñ, ll, 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alfabeto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Artikel ergänzen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profesora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(la)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AB-01c: Aufgabe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alfabeto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Artikel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Alphabet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