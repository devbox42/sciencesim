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Begrüßung auf Spanisch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1 · Lektion 01a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Begrüßen und verabschieden auf Spanisch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Tageszeiten unterscheiden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Spanische Sonderzeichen kennen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🌍 Wo spricht man Spanisch?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21 Länder, 480 Mio. Sprecher weltweit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Die spanischsprachige Welt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Spanien (Europa)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Mexiko, Argentinien, Chile... (Lateinamerika)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USA: 40 Mio. Sprecher!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Begrüßen am Tag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Hallo!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Buenos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Guten Morgen (bis 12 Uhr)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Buenas tardes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Guten Tag (12-20 Uhr)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AB-01a: Kasten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Begrüßen am Abend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Buenas noches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Guten Abend / Gute Nacht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¿Qué tal?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Wie geht's?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¿Cómo estás?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Wie geht es dir?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AB-01a: Kasten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Verabschieden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¡Adiós!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Tschüss!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Bis später!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¡Hasta mañana!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Bis morgen!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¡Hasta pronto!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Bis bald!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AB-01a: Kasten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Genus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Buenos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← maskulin Plural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Buenas tardes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← feminin Plural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Buenas noches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← feminin Plural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día ist maskulin, tarde/noche feminin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Sonderzeichen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¡...!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Ausrufezeichen am Anfang UND 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¿...?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Fragezeichen am Anfang UND 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Nur im Spanischen!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Tageszeit zuordnen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8:00 Uhr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15:00 Uhr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21:00 Uhr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Arial"/>
              </a:defRPr>
            </a:pPr>
            <a:r>
              <a:t>Optionen: Buenos días / Buenas tardes / Buenas noches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AB-01a: Aufgabe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8:00 Uhr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Buenos días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15:00 Uhr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Buenas tardes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21:00 Uhr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Buenas noches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Übersetzen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Hallo!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Tschüss!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Bis morgen!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AB-01a: Aufgabe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Hallo!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Tschüss!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¡Adiós!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Bis morgen!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¡Hasta mañana!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¡Hola! – Hallo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Buenos días – Guten Morgen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Buenas tardes – Guten Tag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Buenas noches – Gute Nacht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¡Adiós! – Tschüss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¡Hasta luego! – Bis später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¡Hasta mañana! – Bis morgen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LP-01a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¡Hola!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AB-01a vollständig ausfüllen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Begrüßungsvokabeln auswendig lernen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Sonderzeichen ¡ ¿ üben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