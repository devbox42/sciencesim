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Begrüßung auf Spanisch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1 · Lektion 01a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🌍 Wo spricht man Spanisch?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21 Länder, 480 Mio. Sprecher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Arial"/>
              </a:defRPr>
            </a:pPr>
            <a:r>
              <a:t>[Bild nicht gefunden]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Begrüßen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Hallo!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Buenos días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Guten Morgen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Buenas tardes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Guten Tag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Buenas noches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Guten Abend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AB-01a: Kasten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Verabschieden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¡Adiós!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Tschüss!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Bis später!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¡Hasta mañana!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Bis morgen!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AB-01a: Kasten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Grammatik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Buenos días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← maskulin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Buenas tardes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← feminin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¡...! und ¿...? am Anfang UND Ende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Zuordnung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1. ¡Hola!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2. Buenos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3. ¡Hasta mañana!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AB-01a: Aufgabe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Hallo!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Buenos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Guten Morgen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¡Hasta mañana!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062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Bis morgen!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¡Hola!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AB-01a ausfüllen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Vokabeln lernen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