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455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600" b="1">
                <a:solidFill>
                  <a:srgbClr val="FFFFFF"/>
                </a:solidFill>
                <a:latin typeface="Arial"/>
              </a:defRPr>
            </a:pPr>
            <a:r>
              <a:t>Test: Tiempo libre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0">
                <a:solidFill>
                  <a:srgbClr val="FFCCCC"/>
                </a:solidFill>
                <a:latin typeface="Arial"/>
              </a:defRPr>
            </a:pPr>
            <a:r>
              <a:t>Minitest Sequenz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EEAAAA"/>
                </a:solidFill>
                <a:latin typeface="Arial"/>
              </a:defRPr>
            </a:pPr>
            <a:r>
              <a:t>Sequenz 5 · Lektion 05d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Spanisch Klasse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0">
                <a:solidFill>
                  <a:srgbClr val="222222"/>
                </a:solidFill>
                <a:latin typeface="Arial"/>
              </a:defRPr>
            </a:pPr>
            <a:r>
              <a:t>🇪🇸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LP-05d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Test: Tiempo libre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Sequenz 5: Rückblick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Lektion 5a: Hobbys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Lektion 5b: -er/-ir-Verben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Lektion 5c: gustar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LP-05d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Test: Tiempo libre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📋 Vokabeln Seq.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Vokabeln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jugar al fútbol, nadar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6032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tocar la guitarra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0896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ver la tele, leer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4630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Grammatik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01168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comer, beber, vivir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56032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escribir, leer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10896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Me gusta/gustan...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LP-05d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Test: Tiempo libre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📝 Grammatik: -er/-ir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-er: -o, -es, -e, -emos, -éis, -en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-ir: -o, -es, -e, -imos, -ís, -en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51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LP-05d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Test: Tiempo libre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📝 Grammatik: gustar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gusta + Singular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Me gusta el libro.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gustan + Plural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51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Me gustan los libros.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LP-05d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Test: Tiempo libre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Minitest: Überblick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Teil 1: Hobby-Vokabeln (6 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Teil 2: -er/-ir konjugieren (6 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Teil 3: gustar-Sätze (8 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57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Teil 4: Freizeit beschreiben (5 P)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LP-05d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Test: Tiempo libre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ÜBUNG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✏️ Probe: Hobbys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Fußball spielen =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Gitarre spielen =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MT-05d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LP-05d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Test: Tiempo libre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ÜBUNG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✏️ Probe: gustar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Mir gefällt Musik. =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Mir gefallen Bücher. =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MT-05d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LP-05d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Test: Tiempo libre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Tipps für den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jugar a vs. tocar beachten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gustar: Verb nach Subjekt richten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Infinitiv → gusta (Sg.)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LP-05d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Test: Tiempo libre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HAUSAUFGABE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Para casa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031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Alle Vokabeln Seq. 5 wiederholen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79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926079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-er/-ir Endungen üben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49039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749039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gustar-Sätze üben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7607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C41E3A"/>
                </a:solidFill>
                <a:latin typeface="Arial"/>
              </a:defRPr>
            </a:pPr>
            <a:r>
              <a:t>¡Buena suerte!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