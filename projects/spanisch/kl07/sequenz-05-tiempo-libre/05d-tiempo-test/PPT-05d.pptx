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Tiempo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5 · Lektion 05d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Tiempo libre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Hobbys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Meinungen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-er/-ir-Verben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gustar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Tiempo libre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Hobby-Vokabeln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gustar-Sätze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