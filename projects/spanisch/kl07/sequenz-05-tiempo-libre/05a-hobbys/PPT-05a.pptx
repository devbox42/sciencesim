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Arial"/>
              </a:defRPr>
            </a:pPr>
            <a:r>
              <a:t>Los hobbys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0">
                <a:solidFill>
                  <a:srgbClr val="FFCCCC"/>
                </a:solidFill>
                <a:latin typeface="Arial"/>
              </a:defRPr>
            </a:pPr>
            <a:r>
              <a:t>Freizeitaktivitäten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EEAAAA"/>
                </a:solidFill>
                <a:latin typeface="Arial"/>
              </a:defRPr>
            </a:pPr>
            <a:r>
              <a:t>Sequenz 5 · Lektion 05a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Spanisch Klasse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0">
                <a:solidFill>
                  <a:srgbClr val="222222"/>
                </a:solidFill>
                <a:latin typeface="Arial"/>
              </a:defRPr>
            </a:pPr>
            <a:r>
              <a:t>⚽🎸🎮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Los hobbys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Hobbys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jugar al fútbol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Fußball spielen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tocar la guitarra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Gitarre spielen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ver la tele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fernsehen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leer libros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Bücher lesen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AB-05a: Kasten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Los hobbys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Zuordnen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jugar al fútbol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tocar la guitarra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AB-05a: Aufgabe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Los hobbys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HAUSAUFGABE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Para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031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Hobby-Vokabeln lernen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C41E3A"/>
                </a:solidFill>
                <a:latin typeface="Arial"/>
              </a:defRPr>
            </a:pPr>
            <a:r>
              <a:t>¡Hasta luego!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