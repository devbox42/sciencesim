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Freizeitaktivitäten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5 · Lektion 05a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⚽🎸🎮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Hobbys benennen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Über Freizeit sprechen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jugar a / tocar unterscheiden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Sport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jugar al fútbol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Fußball spielen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jugar al baloncesto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Basketball spielen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nadar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schwimmen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correr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laufen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AB-05a: Kasten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Musik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tocar la guitarra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Gitarre spielen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tocar el piano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Klavier spielen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escuchar música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Musik hören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cantar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singen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AB-05a: Kasten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Weitere Hobbys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ver la tele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fernsehen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leer libros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Bücher lesen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jugar a videojuegos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Videospiele spielen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dibujar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zeichnen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AB-05a: Kasten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jugar a + Artikel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jugar al fútbol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Fußball spielen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jugar a la pelota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Ball spielen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a + el = 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tocar + Artikel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tocar la guitarra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Gitarre spielen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tocar el piano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Klavier spielen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Instrumente mit tocar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Beispieldialog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¿Qué haces en tu tiempo libre?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Juego al fútbol y toco la guitarra.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¿Y tú?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Me gusta leer libros.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jugar oder tocar?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al tenis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el violín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a videojuegos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AB-05a: Aufgabe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Jugar al tenis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Tocar el violín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Jugar a videojuegos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Übersetzen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Ich spiele Fußball.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Sie spielt Gitarre.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AB-05a: Aufgabe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jugar al fútbol/baloncesto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tocar la guitarra/el piano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ver la tele, leer libros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jugar a + Sport/Spiel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tocar + Instrument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nadar, correr, dibujar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hobbys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Hobby-Vokabeln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Deine Hobbys aufschreiben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AB-05a vollständig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