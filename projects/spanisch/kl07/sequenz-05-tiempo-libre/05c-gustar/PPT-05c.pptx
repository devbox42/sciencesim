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Me gusta...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Vorlieben mit gustar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5 · Lektion 05c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❤️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Me gusta...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Lernziele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gustar = gefallen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gusta vs. gustan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Vorlieben ausdrücken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Me gusta...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gustar = gefallen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Me gusta el fútbol.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Mir gefällt Fußball.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Me gusta leer.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Mir gefällt (es) zu lesen.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Das Subjekt gefällt MIR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Me gusta...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gusta vs. gustan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Me gusta el libro.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Singular → gusta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Me gustan los libros.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Plural → gustan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Verb richtet sich nach dem Subjekt!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Me gusta...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Pronomen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me gusta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mir gefällt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te gusta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dir gefällt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le gusta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ihm/ihr gefällt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nos, os, les für Plural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Me gusta...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Abstufungen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Me encanta...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Ich liebe...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Me gusta mucho...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Ich mag sehr...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No me gusta...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Ich mag nicht...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AB-05c: Kasten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Me gusta...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Meinungen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Me gusta bastante.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Ich mag es ziemlich.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No me gusta nada.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Ich mag es gar nicht.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Me da igual.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Es ist mir egal.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AB-05c: Kasten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Me gusta...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Beispiele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Me gusta la música.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Me gustan los deportes.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No me gusta estudiar.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 María le gusta bailar.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Me gusta...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gusta oder gustan?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Me ___ la pizza.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Me ___ los videojuegos.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Te ___ leer.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AB-05c: Aufgabe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Me gusta...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2A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LÖSUNG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✅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Me gusta la pizza.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Me gustan los videojuegos.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Te gusta leer.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Me gusta...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Übersetzen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Ich mag Fußball.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Sie mag nicht Mathe.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AB-05c: Aufgabe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Me gusta...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📋 Zusammenfassung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Vokabeln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gusta + Singular/Infinitiv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gustan + Plural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me, te, le, nos, os, 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Grammatik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Me encanta...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Me gusta mucho...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No me gusta nada...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LP-05c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Me gusta...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gustar-Struktur lernen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Deine Vorlieben aufschreiben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AB-05c vollständig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