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Me gusta...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Vorlieben mit gustar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5 · Lektion 05c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❤️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Me gusta...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gustar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Me gusta el fútbol.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Mir gefällt Fußball.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Me gustan los libros.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Mir gefallen Bücher.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gusta (Sg.) vs. gustan (Pl.)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Me gusta...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Meinungen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Me encanta...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Ich liebe...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No me gusta...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Ich mag nicht...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AB-05c: Kasten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Me gusta...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gusta/gustan?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Me ___ la música.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(gusta)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Me ___ los libros.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(gustan)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AB-05c: Aufgabe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Me gusta...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gustar-Struktur lernen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