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Verbos en -er/-ir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Weitere Verben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5 · Lektion 05b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-er/-ir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comer (essen)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como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esse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isst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isst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-er/-ir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vivir (leben)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lebe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vives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lebst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-er/-ir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-er/-ir-Verben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leer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lesen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beber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trinken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escribir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schreiben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AB-05b: Kasten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LP-05b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Verbos en -er/-ir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-er/-ir-Endungen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