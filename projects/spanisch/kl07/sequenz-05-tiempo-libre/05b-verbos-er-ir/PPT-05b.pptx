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Weitere Verben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5 · Lektion 05b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Regelmäßige -er-Verben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Regelmäßige -ir-Verben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Unterschied zu -ar-Verben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comer (essen): Konjugation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como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esse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isst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él/ella 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er/sie isst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comer: Plural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nosotros comemos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wir essen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vosotros coméis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ihr esst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ellos comen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sie essen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-er Endungen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-o, -es, -e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-emos, -éis, -en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Plural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Ähnlich wie -ar, aber -e- statt -a-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vivir (leben): Konjugation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lebe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vives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lebst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él/ella vive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er/sie lebt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-ir Endungen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-o, -es, -e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-imos, -ís, -en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Plural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Fast wie -er, nur 1./2. Pl. anders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-er-Verben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essen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beber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trinken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lesen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comprender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verstehen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AB-05b: Kasten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-ir-Verben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vivir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leben, wohnen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escribir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schreiben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abrir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öffnen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subir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hochgehen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AB-05b: Kasten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-er konjugieren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pizza. (comer)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Tú ___ agua. (beber)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AB-05b: Aufgabe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-ir konjugieren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en Rostock. (vivir)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Ella ___ una carta. (escribir)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AB-05b: Aufgabe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Yo como pizza.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Tú bebes agua.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Yo vivo en Rostock.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Ella escribe una carta.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530352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-er: -o, -es, -e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-emos, -éis, -en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comer, beber, leer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-ir: -o, -es, -e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-imos, -ís, -en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vivir, escribir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-er/-ir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-er und -ir Endungen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10 Sätze schreiben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AB-05b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