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Orte in der Stadt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6 · Lektion 06a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🏙️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Orte in der Stadt benennen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Einkaufsorte kennen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Freizeitorte kennen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Zentrale Orte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centro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Zentrum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plaza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Platz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calle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Straße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parque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Park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AB-06a: Kasten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Einkaufen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supermercado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Supermarkt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tienda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Geschäft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mercado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Markt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centro comercial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Einkaufszentrum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AB-06a: Kasten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Freizeit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cine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Kino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teatro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Theater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museo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Museum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piscina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Schwimmbad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AB-06a: Kasten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Öffentliche Orte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biblioteca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Bibliothek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hospital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Krankenhaus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estación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Bahnhof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aeropuerto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der Flughafen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AB-06a: Kasten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Weitere Orte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iglesia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Kirche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restaurante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Restaurant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el banco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Bank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la farmacia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85876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die Apotheke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AB-06a: Kasten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Was macht man wo?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Filme sehen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Bücher leihen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Einkaufen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AB-06a: Aufgabe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Filme sehen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el cine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Bücher leihen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la biblioteca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Einkaufen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el supermercado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Übersetzen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der Bahnhof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das Krankenhaus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AB-06a: Aufgabe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centro, plaza, calle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supermercado, tienda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cine, museo, piscina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biblioteca, 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estación, aeropuerto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restaurante, banco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Los lugares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Ortsvokabeln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Orte in deiner Stadt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AB-06a vollständig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