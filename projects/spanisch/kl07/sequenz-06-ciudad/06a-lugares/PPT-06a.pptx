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Los lugares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Orte in der Stadt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6 · Lektion 06a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🏙️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lugares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Orte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centro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Zentrum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plaza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Platz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supermercado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Supermarkt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cine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Kino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AB-06a: Kasten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lugares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Weitere Orte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biblioteca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Bibliothek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hospital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Krankenhaus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estación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Bahnhof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AB-06a: Kasten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LP-06a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Los lugares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Ortsvokabeln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