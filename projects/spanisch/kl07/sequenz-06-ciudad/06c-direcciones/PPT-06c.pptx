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Las direcciones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Wegbeschreibungen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6 · Lektion 06c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direcciones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Lernziele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Nach dem Weg fragen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Richtungen verstehen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Wegbeschreibung geben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direcciones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Richtungen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a la derecha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rechts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a la izquierda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links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todo recto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geradeaus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al final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am Ende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AB-06c: Kasten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direcciones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Orientierung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primera calle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die erste Straße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segunda calle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die zweite Straße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en la esquina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an der Ecke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al lado 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neben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AB-06c: Kasten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direcciones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Präpositionen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delante 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vor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detrás 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hinter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entre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zwischen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cerca 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in der Nähe von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AB-06c: Kasten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direcciones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Nach dem Weg fragen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¿Dónde está...?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Wo ist...?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¿Cómo llego a...?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Wie komme ich zu...?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¿Hay un banco cerca?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Gibt es eine Bank in der Nähe?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direcciones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Imperativ (Höflich)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Siga todo recto.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Gehen Sie geradeaus.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Gire a la derecha.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Biegen Sie rechts ab.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Tome la primera calle.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Nehmen Sie die erste Straße.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direcciones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Beispieldialog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– Perdone, ¿dónde está el banco?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– Siga todo recto y gire a la derecha.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– El banco está al lado de la farmacia.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– Muchas gracias.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direcciones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Übung: Richtungen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rechts 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geradeaus 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an der Ecke 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AB-06c: Aufgabe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direcciones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Übung: Wegbeschreibung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Zum Kino: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AB-06c: Aufgabe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direcciones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📋 Zusammenfassung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Vokabeln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a la derecha/izquierda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todo recto, al final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¿Dónde está...?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Grammatik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delante de, detrás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al lado de, cerca 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Siga, Gire, Tome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direcciones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Richtungsvokabeln lernen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Wegbeschreibung üben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AB-06c vollständig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