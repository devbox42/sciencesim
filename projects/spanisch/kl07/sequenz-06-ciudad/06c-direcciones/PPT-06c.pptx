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Las direcciones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Wegbeschreibungen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6 · Lektion 06c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Las direcciones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Richtungen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a la derecha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rechts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a la izquierda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links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todo recto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geradeaus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AB-06c: Kasten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Las direcciones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Nach dem Weg 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¿Dónde está...?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Wo ist...?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¿Cómo llego a...?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Wie komme ich zu...?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Las direcciones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Wegbeschreibung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Zum Kino: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AB-06c: Aufgabe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Las direcciones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Richtungsvokabeln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