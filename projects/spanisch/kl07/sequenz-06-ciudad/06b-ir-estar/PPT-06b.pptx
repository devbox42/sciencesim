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Ir y estar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Gehen und sein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6 · Lektion 06b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Ir y estar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ir = gehen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voy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gehe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gehst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Voy al cine.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gehe ins Kino.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Ir y estar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estar = sich befinden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estoy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bin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Estoy en el parque.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bin im Park.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ir + a(l) / estar + 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Ir y estar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ir oder estar?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al supermercado.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(Voy)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en casa.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(Estoy)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AB-06b: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Ir y estar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ir und estar konjugieren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