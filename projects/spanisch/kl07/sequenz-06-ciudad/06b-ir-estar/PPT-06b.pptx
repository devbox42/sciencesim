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Gehen und sein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6 · Lektion 06b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ir (gehen) konjugieren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estar (sich befinden) konjugieren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ir a vs. estar 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ir (gehen): Konjugation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voy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gehe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gehst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geht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Unregelmäßig!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ir: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nosotros vamos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gehen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vosotros vais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ihr geht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ellos van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sie gehen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ir a + 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Voy al cine.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gehe ins Kino.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Vamos a la playa.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gehen zum Strand.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a + el = 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estar (sich befinden)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estoy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estás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bist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está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estar: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nosotros estamos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sind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vosotros estáis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ihr seid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ellos están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sie sind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estar en + 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Estoy en casa.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bin zu Hause.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Está en el parque.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 ist im Park.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estar = Ort, ser = Eigenschaft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Zusammenfassung ir vs. estar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ir a = wohin? (Bewegung)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estar en = wo? (Ort)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Voy al cine. Estoy en el cine.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ir oder estar?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al supermercado. (ich gehe)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___ en casa. (ich bin)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AB-06b: Aufgabe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Voy al supermercado.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Estoy en casa.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Übersetzen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Wir gehen ins Kino.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Sie ist im Park.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AB-06b: Aufgabe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voy, vas, 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vamos, vais, van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ir a + 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estoy, estás, está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estamos, estáis, están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estar en + 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Ir y estar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ir und estar konjugieren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Sätze mit ir a / estar 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AB-06b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