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6 · Lektion 06d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6: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6a: Orte in der Stadt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6b: ir und estar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6c: Wegbeschreibungen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centro, cine, museo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supermercado, biblioteca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estación, 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 la derecha/izquierda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todo recto, al final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delante de, detrás 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ir vs.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ir a + 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Bewegung (wohin?)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estar en + 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Position (wo?)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a + el = 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Ortsvokabeln (6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ir konjugieren (4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estar konjugieren (4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Richtungen (6 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5: Wegbeschreibung (5 P)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Kino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Bibliothek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MT-06d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ir/estar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al cine. (ir)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Ella ___ en casa. (estar)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MT-06d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ir a vs. estar en unterscheiden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 + el = al nicht vergessen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Richtungen mit Artikeln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ciudad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6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ir und estar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Wegbeschreibung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