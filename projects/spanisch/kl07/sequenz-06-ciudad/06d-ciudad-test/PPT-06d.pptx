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La ciudad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6 · Lektion 06d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ciudad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Richtungen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ir + a(l)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estar + 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ciudad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Ortsvokabeln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ir/estar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