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Arial"/>
              </a:defRPr>
            </a:pPr>
            <a:r>
              <a:t>Querer y poder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FFCCCC"/>
                </a:solidFill>
                <a:latin typeface="Arial"/>
              </a:defRPr>
            </a:pPr>
            <a:r>
              <a:t>Wollen und können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EEAAAA"/>
                </a:solidFill>
                <a:latin typeface="Arial"/>
              </a:defRPr>
            </a:pPr>
            <a:r>
              <a:t>Sequenz 7 · Lektion 07c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Spanisch Klasse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0">
                <a:solidFill>
                  <a:srgbClr val="222222"/>
                </a:solidFill>
                <a:latin typeface="Arial"/>
              </a:defRPr>
            </a:pPr>
            <a:r>
              <a:t>🇪🇸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Querer y poder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Lernziele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querer (wollen) konjugieren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poder (können) konjugieren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Stammwechsel verstehen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Querer y poder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querer: Stammwechsel e→ie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yo quiero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will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tú quieres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du willst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él/ella quiere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er/sie will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e wird zu ie!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Querer y poder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querer: Plural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nosotros queremos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wir wollen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vosotros queréis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ihr wollt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ellos quieren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sie wollen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1. + 2. Plural: KEIN Wechsel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Querer y poder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poder: Stammwechsel o→ue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yo puedo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ich kann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tú puedes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du kannst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él/ella puede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er/sie kann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029200"/>
            <a:ext cx="11274552" cy="1097280"/>
          </a:xfrm>
          <a:prstGeom prst="rect">
            <a:avLst/>
          </a:prstGeom>
          <a:solidFill>
            <a:srgbClr val="FFF8F0"/>
          </a:solidFill>
          <a:ln>
            <a:solidFill>
              <a:srgbClr val="B3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2120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222222"/>
                </a:solidFill>
                <a:latin typeface="Arial"/>
              </a:defRPr>
            </a:pPr>
            <a:r>
              <a:t>💡 o wird zu ue!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Querer y poder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poder: Plural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nosotros podemos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wir können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vosotros podéis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ihr könnt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ellos pueden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749039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sie können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Querer y poder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📝 Verwendung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querer + Infinitiv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Quiero comprar pan.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60320"/>
            <a:ext cx="5029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C41E3A"/>
                </a:solidFill>
                <a:latin typeface="Arial"/>
              </a:defRPr>
            </a:pPr>
            <a:r>
              <a:t>poder + Infinitiv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65176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Arial"/>
              </a:defRPr>
            </a:pPr>
            <a:r>
              <a:t>Puedo pagar con tarjeta.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Querer y poder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Einkaufsdialog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74552" cy="59436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Spanisch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48132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Deutsch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Quiero un kilo de...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7568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Ich möchte 1kg...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60320"/>
            <a:ext cx="11274552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¿Puedo pagar con tarjeta?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Kann ich mit Karte zahlen?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¿Algo más?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64408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Sonst noch etwas?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AB-07c: Dialog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Querer y poder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Beispieldialog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Buenos días. ¿Qué quiere?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Quiero medio kilo de manzanas.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¿Algo más?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No, gracias. ¿Puedo pagar con tarjeta?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– Sí, claro.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Querer y poder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ÜBUNG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✏️ Übung: querer/poder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Yo ___ comprar pan. (querer)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C41E3A"/>
                </a:solidFill>
                <a:latin typeface="Arial"/>
              </a:defRPr>
            </a:pPr>
            <a:r>
              <a:t>Tú ___ hablar español. (poder)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888888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solidFill>
            <a:srgbClr val="FDF2F4"/>
          </a:solidFill>
          <a:ln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C41E3A"/>
                </a:solidFill>
                <a:latin typeface="Arial"/>
              </a:defRPr>
            </a:pPr>
            <a:r>
              <a:t>📝 AB-07c: Aufgabe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Querer y poder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2A7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LÖSUNG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✅ Lösung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Yo quiero comprar pan.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01168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C41E3A"/>
                </a:solidFill>
                <a:latin typeface="Arial"/>
              </a:defRPr>
            </a:pPr>
            <a:r>
              <a:t>Tú puedes hablar español.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108960"/>
            <a:ext cx="5029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Querer y poder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📋 Zusammenfassung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Vokabeln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querer: e→ie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quiero, quieres, quiere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queremos, queréis, quieren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C41E3A"/>
                </a:solidFill>
                <a:latin typeface="Arial"/>
              </a:defRPr>
            </a:pPr>
            <a:r>
              <a:t>Grammatik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poder: o→ue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6032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puedo, puedes, puede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108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222222"/>
                </a:solidFill>
                <a:latin typeface="Arial"/>
              </a:defRPr>
            </a:pPr>
            <a:r>
              <a:t>•  podemos, podéis, pueden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Spanisch Klasse 7 · LP-07c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601968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Arial"/>
              </a:defRPr>
            </a:pPr>
            <a:r>
              <a:t>Querer y poder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6601968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555555"/>
                </a:solidFill>
                <a:latin typeface="Arial"/>
              </a:defRPr>
            </a:pPr>
            <a:r>
              <a:t>Sequenz 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0080"/>
            <a:ext cx="1828800" cy="4572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713231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HAUSAUFGABE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C41E3A"/>
                </a:solidFill>
                <a:latin typeface="Arial"/>
              </a:defRPr>
            </a:pPr>
            <a:r>
              <a:t>📚 Para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querer und poder konjugieren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92607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92607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Stammwechsel lernen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49039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A7A4B"/>
                </a:solidFill>
                <a:latin typeface="Arial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749039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222222"/>
                </a:solidFill>
                <a:latin typeface="Arial"/>
              </a:defRPr>
            </a:pPr>
            <a:r>
              <a:t>AB-07c vollständig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C41E3A"/>
                </a:solidFill>
                <a:latin typeface="Arial"/>
              </a:defRPr>
            </a:pPr>
            <a:r>
              <a:t>¡Hasta luego!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