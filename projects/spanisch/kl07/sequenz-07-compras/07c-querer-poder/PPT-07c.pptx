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Querer y poder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Wollen und können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7 · Lektion 07c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Querer y poder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querer = wollen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quiero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will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quieres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willst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Stammwechsel e→ie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Querer y poder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poder = können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puedo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kann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puedes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kannst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Querer y poder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Einkaufsdialog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Quiero un kilo de...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möchte 1kg...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¿Puedo pagar con tarjeta?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Kann ich mit Karte zahlen?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AB-07c: Dialog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LP-07c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Querer y poder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querer/poder konjugieren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