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Test: Las compras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Minitest Sequenz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7 · Lektion 07d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🇪🇸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Las compras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📋 Wiederholung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Vokabeln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Lebensmittel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Zahlen 20–100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Grammatik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querer (e→ie)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poder (o→ue)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Las compras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Lebensmittel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Stammwechselverben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¡Buena suerte!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