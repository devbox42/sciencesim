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Test: Las compras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Minitest Sequenz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7 · Lektion 07d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🇪🇸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LP-07d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Test: Las compras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Sequenz 7: Rückblick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Lektion 7a: Lebensmittel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Lektion 7b: Zahlen, Preise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Lektion 7c: querer, poder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LP-07d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Test: Las compras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📋 Vokabeln Seq.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Vokabeln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pan, arroz, huevo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fruta, verdura, carne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leche, queso, agua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Grammatik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veinte...noventa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¿Cuánto cuesta?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Quiero..., Puedo...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LP-07d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Test: Las compras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Stammwechsel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querer: e→ie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quiero, quieres, quiere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poder: o→ue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puedo, puedes, puede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LP-07d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Test: Las compras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Minitest: Überblick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Teil 1: Lebensmittel (6 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Teil 2: Zahlen 20-100 (5 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Teil 3: Preise verstehen (4 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Teil 4: querer/poder konjugieren (6 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Teil 5: Einkaufsdialog (4 P)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LP-07d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Test: Las compras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Probe: Lebensmittel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Brot 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Milch 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MT-07d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LP-07d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Test: Las compras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Probe: querer/poder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Yo ___ (querer)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Tú ___ (poder)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MT-07d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LP-07d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Test: Las compras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Tipps für den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Stammwechsel nur im Singular + 3. Pl.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Preise: cuesta/cuestan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Zahlen: 21-29 ein Wort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LP-07d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Test: Las compras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Alle Vokabeln Seq. 7 wiederholen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Stammwechselverben üben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Zahlen üben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¡Buena suerte!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