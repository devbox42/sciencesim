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Los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Zahlen 20–100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7 · Lektion 07b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números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Zahlen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veinte, treinta, cuarenta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20, 30, 40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cincuenta, sesenta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50, 60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setenta, ochenta, noventa, cien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70–100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AB-07b: Kasten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números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Preise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¿Cuánto cuesta?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Wie viel kostet 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Cuesta dos euros.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kostet 2€.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cuesta (Sg.) vs. cuestan (Pl.)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números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Zahlen bis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Preise üben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