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45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Arial"/>
              </a:defRPr>
            </a:pPr>
            <a:r>
              <a:t>Los números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0">
                <a:solidFill>
                  <a:srgbClr val="FFCCCC"/>
                </a:solidFill>
                <a:latin typeface="Arial"/>
              </a:defRPr>
            </a:pPr>
            <a:r>
              <a:t>Zahlen 20–100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EEAAAA"/>
                </a:solidFill>
                <a:latin typeface="Arial"/>
              </a:defRPr>
            </a:pPr>
            <a:r>
              <a:t>Sequenz 7 · Lektion 07b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Spanisch Klasse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0">
                <a:solidFill>
                  <a:srgbClr val="222222"/>
                </a:solidFill>
                <a:latin typeface="Arial"/>
              </a:defRPr>
            </a:pPr>
            <a:r>
              <a:t>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LP-07b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Los números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Lernziele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Zahlen bis 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Preise verstehen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Einkaufsgespräche führen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LP-07b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Los números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Zehner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veinte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20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treinta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cuarenta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40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cincuenta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50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AB-07b: Kasten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LP-07b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Los números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Zehner (Fortsetzung)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sesenta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60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setenta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70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ochenta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80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noventa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90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AB-07b: Kasten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LP-07b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Los números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Zusammengesetzte Zahlen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veintiuno (21)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veinti + uno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treinta y dos (32)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treinta + y + dos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29200"/>
            <a:ext cx="11274552" cy="1097280"/>
          </a:xfrm>
          <a:prstGeom prst="rect">
            <a:avLst/>
          </a:prstGeom>
          <a:solidFill>
            <a:srgbClr val="FFF8F0"/>
          </a:solidFill>
          <a:ln>
            <a:solidFill>
              <a:srgbClr val="B3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222222"/>
                </a:solidFill>
                <a:latin typeface="Arial"/>
              </a:defRPr>
            </a:pPr>
            <a:r>
              <a:t>💡 21-29 ein Wort, ab 30 mit "y"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LP-07b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Los números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Besondere Zahlen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cien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ciento uno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101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doscientos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200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AB-07b: Kasten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LP-07b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Los números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Preise 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¿Cuánto cuesta?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Wie viel kostet es?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¿Cuánto cuestan?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Wie viel kosten sie?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29200"/>
            <a:ext cx="11274552" cy="1097280"/>
          </a:xfrm>
          <a:prstGeom prst="rect">
            <a:avLst/>
          </a:prstGeom>
          <a:solidFill>
            <a:srgbClr val="FFF8F0"/>
          </a:solidFill>
          <a:ln>
            <a:solidFill>
              <a:srgbClr val="B3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222222"/>
                </a:solidFill>
                <a:latin typeface="Arial"/>
              </a:defRPr>
            </a:pPr>
            <a:r>
              <a:t>💡 cuesta (Sg.) / cuestan (Pl.)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LP-07b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Los números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Preise angeben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Cuesta dos euros.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Es kostet 2€.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Cuestan cinco euros.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Sie kosten 5€.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Cuesta tres euros con cincuenta.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749039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3,50€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LP-07b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Los números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Einkaufsdialog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– Buenos días. ¿Cuánto cuesta el pan?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– Cuesta un euro con veinte.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– ¿Y el queso?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– El queso cuesta tres euros.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LP-07b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Los números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Übung: Zahlen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25 =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47 =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83 =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8404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AB-07b: Aufgabe 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LP-07b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Los números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2A7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LÖSUNG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✅ Lösung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veinticinco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1089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cuarenta y siete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83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420624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ochenta y tres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LP-07b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Los números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Übung: Preise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2,50€ =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4,75€ =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AB-07b: Aufgabe 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LP-07b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Los números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📋 Zusammenfassung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Vokabeln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20-29: veinti...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30-99: ... y 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cien, ciento...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Grammatik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0116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¿Cuánto cuesta?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603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Cuesta ... euros.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1089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con = Komma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LP-07b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Los números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HAUSAUFGABE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Para casa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031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Zahlen 20-100 üben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7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92607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Preise lesen können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4903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74903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AB-07b vollständig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C41E3A"/>
                </a:solidFill>
                <a:latin typeface="Arial"/>
              </a:defRPr>
            </a:pPr>
            <a:r>
              <a:t>¡Hasta luego!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