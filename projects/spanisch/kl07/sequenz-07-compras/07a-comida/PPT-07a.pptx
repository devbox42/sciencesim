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Lebensmittel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7 · Lektion 07a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🍎🥖🧀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Lebensmittel benennen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Getränke kennen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Mahlzeiten beschreiben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Grundnahrungsmittel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Brot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arroz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Reis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pasta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Nudeln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huevo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Ei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AB-07a: Kasten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Obst &amp; Gemüse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fruta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Obst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manzana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Apfel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plátano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Banane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verdura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Gemüse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AB-07a: Kasten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Fleisch &amp; Fisch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carne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Fleisch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pollo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Hähnchen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pescado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Fisch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jamón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Schinken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AB-07a: Kasten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Milchprodukte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leche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Milch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queso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Käse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yogur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Joghurt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mantequilla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Butter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AB-07a: Kasten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Getränke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agua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Wasser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zumo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Saft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café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Kaffee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Tee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AB-07a: Kasten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Mahlzeiten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el desayuno – das Frühstück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la comida / el almuerzo – das Mittagessen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la cena – das Abendessen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Kategorisieren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Obst: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Fleisch: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Getränk: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AB-07a: Aufgabe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Übersetzen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das Brot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der Käse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der Saft =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AB-07a: Aufgabe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pan, arroz, pasta, huevo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fruta, verdura, carne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pollo, pescado, jamón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leche, queso, yogur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agua, zumo, café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desayuno, comida, cena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comida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Lebensmittelvokabeln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Was isst du zum Frühstück?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AB-07a vollständig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