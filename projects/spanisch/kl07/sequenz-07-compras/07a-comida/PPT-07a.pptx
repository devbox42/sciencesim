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 comida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Lebensmittel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7 · Lektion 07a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🍎🥖🧀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comida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Lebensmittel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Brot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fruta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Obst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verdura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Gemüse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carne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Fleisch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AB-07a: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comida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Getränke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agua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Wasser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zumo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leche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Milch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AB-07a: Kasten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comida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Lebensmittelvokabeln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