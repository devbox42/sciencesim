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El horario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Stundenplan und Uhrzeiten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4 · Lektion 04b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horario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Wochentage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lunes, martes, miércoles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Mo, Di, Mi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jueves, viernes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Do, Fr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AB-04b: Kasten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horario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Uhrzeiten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¿Qué hora 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spät?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Es la una.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Es ist 1 Uhr.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Son las 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Es ist 2 Uhr.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la una (Sg.) aber las dos (Pl.)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horario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Stundenplan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Lunes a las 8:00: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AB-04b: Aufgabe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LP-04b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El horario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Wochentage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Uhrzeiten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