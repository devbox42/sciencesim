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Stundenplan und Uhrzeiten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4 · Lektion 04b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Lernziele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Wochentage auf Spanisch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Uhrzeiten angeben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Stundenplan beschreiben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Wochentage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lunes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Montag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martes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Dienstag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miércoles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Mittwoch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jueves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Donnerstag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AB-04b: Kasten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Wochentage (Fortsetzung)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viernes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Freitag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sábado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Samstag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domingo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Sonntag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AB-04b: Kasten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Uhrzeiten: volle Stunde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¿Qué hora 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Wie spät ist 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Es la una.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ist 1 Uhr.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Son las 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ist 2 Uhr.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la una (Sg.) aber las dos+ (Pl.)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Uhrzeiten: Minuten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Son las tres y media.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ist halb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Son las cuatro y cuarto.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ist Viertel nach 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Son las cinco menos cuarto.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ist Viertel vor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Wann findet etwas statt?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a las ocho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um 8 Uhr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 lunes a las nueve.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Montag um 9 Uhr.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Stundenplan-Beispiel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Lunes a las 8:00 – Matemáticas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Lunes a las 9:00 – Inglés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Martes a las 8:00 – Español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Wochentage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Montag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Freitag 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Sonntag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AB-04b: Aufgabe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Uhrzeiten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8:00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3:30 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4:15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AB-04b: Aufgabe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8:00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Son las ocho.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3:30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Son las tres y media.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4:15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Son las cuatro y cuarto.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lunes, martes, miércoles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jueves, viernes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sábado, domingo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Es la una. / Son las...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y media, y cuarto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menos cuarto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horario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Wochentage auswendig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Uhrzeiten üben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Deinen Stundenplan auf Spanisch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