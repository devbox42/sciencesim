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Schulfächer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4 · Lektion 04a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Schulfächer benennen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Lieblingsfach ausdrücken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Meinungen äußern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Hauptfächer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las matemáticas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Mathematik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español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inglés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Englisch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alemán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AB-04a: Kasten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Nebenfächer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historia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Geschichte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geografía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Erdkunde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las ciencias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Naturwissenschaften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biología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Biologie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AB-04a: Kasten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Nebenfächer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música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Musik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Kunst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deporte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informática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Informatik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AB-04a: Kasten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Lieblingsfach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Mi asignatura favorita es...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Mein Lieblingsfach ist...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Me gusta el español.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mag Spanisch.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Meinungen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Es interesante.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interessant.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Es aburrido/a.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langweilig.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Es difícil/fácil.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schwer/leicht.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Adjektive für Fächer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interesante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interessant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aburrido/a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langweilig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difícil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schwierig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fácil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leicht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AB-04a: Kasten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Beispieldialog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¿Cuál es tu asignatura favorita?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Mi asignatura favorita es el deporte.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¿Por qué?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Porque es divertido.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Fächer zuordnen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Musik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Geschichte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Sport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AB-04a: Aufgabe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Meinung äußern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Mathe ist schwer.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Spanisch ist interessant.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AB-04a: Aufgabe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Mathe ist schwer.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Las matemáticas son difíciles.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Spanisch ist interessant.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El español es interesante.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matemáticas, español, inglés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historia, música, deporte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Mi asignatura favorita es...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interesante, aburrido/a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difícil, fácil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divertido/a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Las asignaturas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Schulfächer auswendig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Lieblingsfach beschreiben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AB-04a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