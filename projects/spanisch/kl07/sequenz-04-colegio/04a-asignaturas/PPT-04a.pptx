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Las asignaturas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Schulfächer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4 · Lektion 04a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Las asignaturas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Schulfächer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las matemáticas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Mathe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español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inglés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Englisch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música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Musik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AB-04a: Kasten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Las asignaturas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Weitere Fächer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historia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Geschichte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Kunst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deporte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AB-04a: Kasten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Las asignaturas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Lieblingsfach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Mi asignatura favorita es...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Mein Lieblingsfach ist...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Las asignaturas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Schulfächer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