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1274552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5600" b="1">
                <a:solidFill>
                  <a:srgbClr val="FFFFFF"/>
                </a:solidFill>
                <a:latin typeface="Arial"/>
              </a:defRPr>
            </a:pPr>
            <a:r>
              <a:t>Verbos en -ar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56032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0">
                <a:solidFill>
                  <a:srgbClr val="FFCCCC"/>
                </a:solidFill>
                <a:latin typeface="Arial"/>
              </a:defRPr>
            </a:pPr>
            <a:r>
              <a:t>Regelmäßige Verben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91840"/>
            <a:ext cx="1127455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0">
                <a:solidFill>
                  <a:srgbClr val="EEAAAA"/>
                </a:solidFill>
                <a:latin typeface="Arial"/>
              </a:defRPr>
            </a:pPr>
            <a:r>
              <a:t>Sequenz 4 · Lektion 04c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02920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Spanisch Klasse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66928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0">
                <a:solidFill>
                  <a:srgbClr val="222222"/>
                </a:solidFill>
                <a:latin typeface="Arial"/>
              </a:defRPr>
            </a:pPr>
            <a:r>
              <a:t>🇪🇸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LP-04c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Verbos en -ar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📝 hablar (sprechen)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5029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C41E3A"/>
                </a:solidFill>
                <a:latin typeface="Arial"/>
              </a:defRPr>
            </a:pPr>
            <a:r>
              <a:t>yo hablo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0" y="1554480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555555"/>
                </a:solidFill>
                <a:latin typeface="Arial"/>
              </a:defRPr>
            </a:pPr>
            <a:r>
              <a:t>ich spreche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560320"/>
            <a:ext cx="5029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C41E3A"/>
                </a:solidFill>
                <a:latin typeface="Arial"/>
              </a:defRPr>
            </a:pPr>
            <a:r>
              <a:t>tú hablas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2651760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555555"/>
                </a:solidFill>
                <a:latin typeface="Arial"/>
              </a:defRPr>
            </a:pPr>
            <a:r>
              <a:t>du sprichst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657600"/>
            <a:ext cx="5029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C41E3A"/>
                </a:solidFill>
                <a:latin typeface="Arial"/>
              </a:defRPr>
            </a:pPr>
            <a:r>
              <a:t>él/ella habla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3749039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555555"/>
                </a:solidFill>
                <a:latin typeface="Arial"/>
              </a:defRPr>
            </a:pPr>
            <a:r>
              <a:t>er/sie spricht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LP-04c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Verbos en -ar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📚 -ar-Verben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11274552" cy="59436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48132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Arial"/>
              </a:defRPr>
            </a:pPr>
            <a:r>
              <a:t>Spanisch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148132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Arial"/>
              </a:defRPr>
            </a:pPr>
            <a:r>
              <a:t>Deutsch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07568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estudiar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07568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lernen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560320"/>
            <a:ext cx="11274552" cy="5943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67004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escuchar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267004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hören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26440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trabajar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0" y="326440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arbeiten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5943600"/>
            <a:ext cx="11274552" cy="548640"/>
          </a:xfrm>
          <a:prstGeom prst="rect">
            <a:avLst/>
          </a:prstGeom>
          <a:solidFill>
            <a:srgbClr val="FDF2F4"/>
          </a:solidFill>
          <a:ln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60533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C41E3A"/>
                </a:solidFill>
                <a:latin typeface="Arial"/>
              </a:defRPr>
            </a:pPr>
            <a:r>
              <a:t>📝 AB-04c: Kasten 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LP-04c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Verbos en -ar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4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0080"/>
            <a:ext cx="1828800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713231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ÜBUNG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✏️ Konjugiere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116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1">
                <a:solidFill>
                  <a:srgbClr val="C41E3A"/>
                </a:solidFill>
                <a:latin typeface="Arial"/>
              </a:defRPr>
            </a:pPr>
            <a:r>
              <a:t>Yo ___ español. (estudiar)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20116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0">
                <a:solidFill>
                  <a:srgbClr val="888888"/>
                </a:solidFill>
                <a:latin typeface="Arial"/>
              </a:defRPr>
            </a:pPr>
            <a:r>
              <a:t>(estudio)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5943600"/>
            <a:ext cx="11274552" cy="548640"/>
          </a:xfrm>
          <a:prstGeom prst="rect">
            <a:avLst/>
          </a:prstGeom>
          <a:solidFill>
            <a:srgbClr val="FDF2F4"/>
          </a:solidFill>
          <a:ln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0533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C41E3A"/>
                </a:solidFill>
                <a:latin typeface="Arial"/>
              </a:defRPr>
            </a:pPr>
            <a:r>
              <a:t>📝 AB-04c: Aufgabe 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LP-04c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Verbos en -ar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4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0080"/>
            <a:ext cx="1828800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713231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HAUSAUFGABE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📚 Para casa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10312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>
                <a:solidFill>
                  <a:srgbClr val="2A7A4B"/>
                </a:solidFill>
                <a:latin typeface="Arial"/>
              </a:defRPr>
            </a:pPr>
            <a: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10312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-ar-Endungen lernen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76072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C41E3A"/>
                </a:solidFill>
                <a:latin typeface="Arial"/>
              </a:defRPr>
            </a:pPr>
            <a:r>
              <a:t>¡Hasta luego!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