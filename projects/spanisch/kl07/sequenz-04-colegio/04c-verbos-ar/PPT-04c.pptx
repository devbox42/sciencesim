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Verbos en -ar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Regelmäßige Verben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4 · Lektion 04c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Lernziele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Regelmäßige -ar-Verben konjugieren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Endungen lernen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Sätze mit -ar-Verben bilden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Infinitiv und Stamm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hablar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Infinitiv = sprechen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habl-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Stamm (ohne -ar)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Endungen an den Stamm anhängen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hablar: Konjugation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yo hablo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spreche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tú hablas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du sprichst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él/ella habla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er/sie spricht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hablar: Plural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nosotros hablamos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wir sprechen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vosotros habláis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ihr sprecht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ellos hablan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sie sprechen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-ar Endungen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-o, -as, -a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Singular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-amos, -áis, -an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Plural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Für ALLE -ar-Verben gleich!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-ar-Verben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estudiar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lernen, studieren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escuchar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hören, zuhören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trabajar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arbeiten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tocar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spielen (Instrument)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AB-04c: Kasten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Mehr -ar-Verben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cantar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singen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bailar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tanzen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cocinar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kochen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comprar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kaufen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AB-04c: Kasten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Beispielsätze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Yo estudio español.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Tú escuchas música.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Ella trabaja en una oficina.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Nosotros cantamos bien.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Konjugieren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Yo ___ español. (estudiar)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Tú ___ música. (escuchar)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Ella ___ bien. (cantar)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AB-04c: Aufgabe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Yo estudio español.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Tú escuchas música.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Ella canta bien.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-o, -as, -a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-amos, -áis, -an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hablar, estudiar, escuchar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trabajar, tocar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cantar, bailar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cocinar, comprar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-ar-Endungen auswendig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10 Sätze mit -ar-Verben schreiben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AB-04c vollständig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