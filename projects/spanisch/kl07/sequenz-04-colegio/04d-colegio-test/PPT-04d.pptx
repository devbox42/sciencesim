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4 · Lektion 04d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4: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4a: Schulfächer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4b: Wochentage, Uhrzeiten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4c: -ar-Verben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matemáticas, español, inglés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historia, música, deporte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lunes–domingo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hablar, estudiar, escuchar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trabajar, cantar, bailar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-ar-Verben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-o, -as, -a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-amos, -áis, -an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Plural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Uhrzeiten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Es la una.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1 Uhr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Son las dos/tres...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2, 3... Uhr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 media / y cuarto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halb / Viertel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Schulfächer (5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Wochentage (4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Uhrzeiten (6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-ar-Verben konjugieren (8 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5: Sätze bilden (2 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Fächer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Mathematik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Sport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MT-04d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-ar-Verben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(hablar)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(estudiar)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MT-04d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-ar-Endungen sicher können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Wochentage OHNE Artikel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Uhrzeiten: la una vs. las dos+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El colegio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4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-ar-Konjugation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Uhrzeiten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