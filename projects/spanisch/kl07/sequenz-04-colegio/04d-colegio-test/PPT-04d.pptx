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455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5600" b="1">
                <a:solidFill>
                  <a:srgbClr val="FFFFFF"/>
                </a:solidFill>
                <a:latin typeface="Arial"/>
              </a:defRPr>
            </a:pPr>
            <a:r>
              <a:t>Test: El colegio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0">
                <a:solidFill>
                  <a:srgbClr val="FFCCCC"/>
                </a:solidFill>
                <a:latin typeface="Arial"/>
              </a:defRPr>
            </a:pPr>
            <a:r>
              <a:t>Minitest Sequenz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EEAAAA"/>
                </a:solidFill>
                <a:latin typeface="Arial"/>
              </a:defRPr>
            </a:pPr>
            <a:r>
              <a:t>Sequenz 4 · Lektion 04d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Spanisch Klasse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6692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0">
                <a:solidFill>
                  <a:srgbClr val="222222"/>
                </a:solidFill>
                <a:latin typeface="Arial"/>
              </a:defRPr>
            </a:pPr>
            <a:r>
              <a:t>🇪🇸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LP-04d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Test: El colegio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📋 Wiederholung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Vokabeln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01168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222222"/>
                </a:solidFill>
                <a:latin typeface="Arial"/>
              </a:defRPr>
            </a:pPr>
            <a:r>
              <a:t>•  Schulfächer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56032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222222"/>
                </a:solidFill>
                <a:latin typeface="Arial"/>
              </a:defRPr>
            </a:pPr>
            <a:r>
              <a:t>•  Wochentage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46304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Grammatik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222222"/>
                </a:solidFill>
                <a:latin typeface="Arial"/>
              </a:defRPr>
            </a:pPr>
            <a:r>
              <a:t>•  -ar-Verben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56032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222222"/>
                </a:solidFill>
                <a:latin typeface="Arial"/>
              </a:defRPr>
            </a:pPr>
            <a:r>
              <a:t>•  Uhrzeiten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LP-04d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Test: El colegio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4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0080"/>
            <a:ext cx="1828800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713231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HAUSAUFGABE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📚 Para casa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0312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2A7A4B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1031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Alle Vokabeln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926079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2A7A4B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926079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-ar-Konjugation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76072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C41E3A"/>
                </a:solidFill>
                <a:latin typeface="Arial"/>
              </a:defRPr>
            </a:pPr>
            <a:r>
              <a:t>¡Buena suerte!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