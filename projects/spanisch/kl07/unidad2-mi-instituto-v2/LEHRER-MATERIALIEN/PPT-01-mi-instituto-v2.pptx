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34" d="100"/>
          <a:sy n="134" d="100"/>
        </p:scale>
        <p:origin x="264" y="-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 instituto - Klassenraum-Vokabeln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2 · Lektion 01-V2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Vokabeln: Im Klassenraum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en el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mesa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Tisch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silla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Stuhl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pizarra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Tafel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ventana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Fenster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puerta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Tür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AB-01-V2: Aufgabe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Vokabeln: Schulsachen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en la mochila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libro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Buch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cuaderno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Heft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bolígrafo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Kugelschreiber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mochila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Rucksack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mapa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Landkarte (!)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AB-01-V2: Aufgabe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Grammatik: hay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= es gibt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unveränderlich!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+ un/una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Hay una mesa.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+ Zahl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Hay cinco sillas.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+ muchos/as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846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Hay muchos libros.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495544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rPr dirty="0"/>
              <a:t>💡 NICHT: *Hay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libro</a:t>
            </a:r>
            <a:r>
              <a:rPr dirty="0"/>
              <a:t> (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bestimmter</a:t>
            </a:r>
            <a:r>
              <a:rPr dirty="0"/>
              <a:t> Artikel!)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Ergänze el oder 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libro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cuaderno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mapa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754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(Achtung!)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AB-01-V2: Aufgabe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Lösung: Artikel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la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 libro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 cuaderno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 mapa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(maskulin!)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Bilde Sätze mit hay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En mi clase ___ una pizarra.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veinticinco sillas.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En mi mochila ___ un libro.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Arial"/>
              </a:defRPr>
            </a:pPr>
            <a:r>
              <a:t>Optionen: hay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AB-01-V2: Aufgabe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Lösung: hay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En mi clase hay una pizarra.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Hay veinticinco sillas.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En mi mochila hay un libro.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Fragen mit hay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¿Qué hay en la clase?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Was gibt 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¿Cuántos libros hay?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viele? (m.)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¿Cuántas sillas hay?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viele? (f.)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🗣️ Partnerarbeit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Fragt euch gegenseitig: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¿Qué hay en tu mochila?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→ En mi mochila hay...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¿Cuántos libros hay?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5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→ Hay tres libros.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la mesa, la silla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la pizarra, la ventana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el libro, el cuaderno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el bolígrafo, la mochila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el mapa (mask.!)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Grammatik: hay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= es gibt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+ un/una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+ Zahl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+ muchos/as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NICHT: hay el/la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Vokabeln lernen (8 Wörter)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Lehrwerk S. 37, Aufgabe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Optional: LP-01-V2 (Lernpfad)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 fertig bearbeiten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524</Words>
  <Application>Microsoft Macintosh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Philipp Crusius - Greenhouse Schools gGmbH</cp:lastModifiedBy>
  <cp:revision>2</cp:revision>
  <dcterms:created xsi:type="dcterms:W3CDTF">2013-01-27T09:14:16Z</dcterms:created>
  <dcterms:modified xsi:type="dcterms:W3CDTF">2026-01-05T19:02:52Z</dcterms:modified>
  <cp:category/>
</cp:coreProperties>
</file>