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Mi instituto - Klassenraum-Vokabeln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2 · Lektion 01-V2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Vokabeln: Im Klassenraum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en el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556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00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mesa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3500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Tisch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443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silla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9443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Stuhl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387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pizarra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5387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die Tafel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330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ventana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1330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das Fenster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274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puerta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7274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die Tür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AB-01-V2: Aufgabe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Vokabeln: Schulsachen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en la mochila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556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00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libro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3500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das Buch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443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cuaderno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9443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das Heft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387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bolígrafo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5387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Kugelschreiber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330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mochila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1330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Rucksack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274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mapa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7274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die Landkarte (!)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AB-01-V2: Aufgabe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Grammatik: hay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hay = es gibt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unveränderlich!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hay + un/una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Hay una mesa.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hay + Zahl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Hay cinco sillas.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hay + muchos/as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846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Hay muchos libros.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NICHT: *Hay el libro (kein bestimmter Artikel!)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Ergänze el oder 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___ mesa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___ libro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___ cuaderno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___ mapa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7548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(Achtung!)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AB-01-V2: Aufgabe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LÖSUNG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✅ Lösung: Artikel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la mesa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el libro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el cuaderno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el mapa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3035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(maskulin!)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Bilde Sätze mit hay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En mi clase ___ una pizarra.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___ veinticinco sillas.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En mi mochila ___ un libro.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Arial"/>
              </a:defRPr>
            </a:pPr>
            <a:r>
              <a:t>Optionen: hay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AB-01-V2: Aufgabe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LÖSUNG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✅ Lösung: hay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En mi clase hay una pizarra.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Hay veinticinco sillas.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En mi mochila hay un libro.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Fragen mit hay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¿Qué hay en la clase?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Was gibt 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¿Cuántos libros hay?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Wie viele? (m.)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¿Cuántas sillas hay?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Wie viele? (f.)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🗣️ Partnerarbeit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Fragt euch gegenseitig: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¿Qué hay en tu mochila?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→ En mi mochila hay...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¿Cuántos libros hay?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52159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→ Hay tres libros.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Zusammenfassung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la mesa, la silla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la pizarra, la ventana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el libro, el cuaderno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el bolígrafo, la mochila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el mapa (mask.!)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Grammatik: hay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hay = es gibt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hay + un/una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hay + Zahl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657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hay + muchos/as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062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NICHT: hay el/la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LP-01-V2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Objetos de clase &amp; 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Vokabeln lernen (8 Wörter)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Lehrwerk S. 37, Aufgabe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Optional: LP-01-V2 (Lernpfad)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2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389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AB-01-V2 fertig bearbeiten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