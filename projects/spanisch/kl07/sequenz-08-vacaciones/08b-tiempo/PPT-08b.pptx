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El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Das Wetter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8 · Lektion 08b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☀️🌧️❄️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Wetter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Hace sol.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Sonnig.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Hace calor/frío.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Heiß/Kalt.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Llueve.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Es regnet.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Nieva.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Es schneit.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AB-08b: Kasten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Wetter beschreiben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¿Qué tiempo hace?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Wie ist das Wetter?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Hace buen tiempo.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Gutes Wetter.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Wettervokabeln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