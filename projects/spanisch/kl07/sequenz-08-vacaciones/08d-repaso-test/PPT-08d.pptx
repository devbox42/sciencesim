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Repaso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Abschlusstest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8 · Lektion 08d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Repaso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Jahresübersicht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1: Empezamos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2: La familia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3: La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4: El colegio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5: Tiempo libre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6: La 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59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7: Las compras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83679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Seq 8: Las vacaciones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LP-08d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Repaso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Verben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¡Felices vacaciones!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