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Arial"/>
              </a:defRPr>
            </a:pPr>
            <a:r>
              <a:t>Repaso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0">
                <a:solidFill>
                  <a:srgbClr val="FFCCCC"/>
                </a:solidFill>
                <a:latin typeface="Arial"/>
              </a:defRPr>
            </a:pPr>
            <a:r>
              <a:t>Abschlusstest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EEAAAA"/>
                </a:solidFill>
                <a:latin typeface="Arial"/>
              </a:defRPr>
            </a:pPr>
            <a:r>
              <a:t>Sequenz 8 · Lektion 08d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Spanisch Klasse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692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0">
                <a:solidFill>
                  <a:srgbClr val="222222"/>
                </a:solidFill>
                <a:latin typeface="Arial"/>
              </a:defRPr>
            </a:pPr>
            <a:r>
              <a:t>🇪🇸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LP-08d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Repaso 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Jahresrückblick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8 Sequenzen abgeschlossen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32 Doppelstunden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Niveau A1 (GER) erreicht!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LP-08d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Repaso 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Sequenz 1-4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Seq 1: Begrüßen, ser, Artikel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Seq 2: Familie, tener, Possessiv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Seq 3: Haus, hay, Farben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Seq 4: Schule, Uhrzeiten, -ar-Verben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LP-08d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Repaso 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Sequenz 5-8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Seq 5: Hobbys, -er/-ir, gustar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Seq 6: Stadt, ir/estar, Richtungen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Seq 7: Einkaufen, Zahlen, querer/poder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Seq 8: Reisen, Wetter, Pretérito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LP-08d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Repaso 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📝 Grammatik-Überblick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Verben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5544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ser, tener, ir, estar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Endungen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6517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-ar, -er, -ir, Pretérito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5760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Besondere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749039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gustar, querer, poder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LP-08d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Repaso 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📋 Wichtige Strukturen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Vokabeln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Me llamo... Soy de...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603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Tengo ... años.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089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Me gusta/n...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65760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Quiero... Puedo...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Grammatik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0116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Hay... No hay...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5603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Voy a... Estoy en...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1089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Hace calor/frío...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65760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Ayer hablé...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LP-08d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Repaso 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Abschlusstest: Überblick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Alle Themen des Jahres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Vokabeln + Grammatik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Leseverstehen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Schreiben: Über dich erzählen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LP-08d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Repaso 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Tipps für den Abschlusstest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Alle Vokabellisten wiederholen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Verbtabellen auswendig lernen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gustar-Struktur üben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Pretérito-Endungen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LP-08d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Repaso 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Was du jetzt kannst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Dich vorstellen auf Spanisch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Familie, Haus, Schule beschreiben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Hobbys und Vorlieben äußern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Einkaufen und nach dem Weg fragen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3891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Über Vergangenes berichten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LP-08d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Repaso 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HAUSAUFGABE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📚 Para casa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1031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ALLE Vokabeln wiederholen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7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926079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ALLE Verbtabellen üben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4903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749039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Texte laut lesen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7607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C41E3A"/>
                </a:solidFill>
                <a:latin typeface="Arial"/>
              </a:defRPr>
            </a:pPr>
            <a:r>
              <a:t>¡Felices vacaciones!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