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Viajar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Reisen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8 · Lektion 08a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✈️🚗🚂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Viajar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Verkehrsmittel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avión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Flugzeug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tren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coche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Auto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autobús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AB-08a: Kasten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Viajar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Reisen mit...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Voy en avión.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fliege.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Voy en tren.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fahre mit dem Zug.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ir + en + Verkehrsmittel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Viajar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Verkehrsmittel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