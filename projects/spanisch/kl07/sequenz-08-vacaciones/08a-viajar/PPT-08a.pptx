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Reisen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8 · Lektion 08a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✈️🚗🚂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Verkehrsmittel benennen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Reiseziele beschreiben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ir en + Verkehrsmittel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Verkehrsmittel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avión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Flugzeug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tren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Zug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coche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Auto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autobús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Bus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Weitere Verkehrsmittel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barco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Schiff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bicicleta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Fahrrad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metro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U-Bahn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a pie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zu Fuß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Reisen mit...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Voy en avión.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fliege. (mit Flugzeug)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Voy en tren.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fahre mit dem Zug.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Voy a pie.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gehe zu Fuß.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ir + en + Verkehrsmittel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Reiseziele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playa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Strand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montaña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Gebirge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ciudad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Stadt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campo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Land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Unterkunft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hotel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Hotel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apartamento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Ferienwohnung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camping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Campingplatz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Beispielsätze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Voy a España en avión.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Mis padres van a Italia en coche.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Nos quedamos en un hotel.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La playa es muy bonita.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Verkehrsmittel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Mit dem Zug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Mit dem Auto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Zu Fuß 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Aufgabe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Mit dem Zug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en tren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Mit dem Auto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en coche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Zu Fuß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a pie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Ich fliege nach Spanien.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Wir fahren ans Meer.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AB-08a: Aufgabe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avión, tren, coche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autobús, barco, bicicleta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ir en + Verkehrsmittel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playa, montaña, 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hotel, apartamento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 pie = zu Fuß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Viajar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Verkehrsmittel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Reiseziel beschreiben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AB-08a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