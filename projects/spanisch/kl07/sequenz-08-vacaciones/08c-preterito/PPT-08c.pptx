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El pretérito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Vergangenheit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8 · Lektion 08c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pretérito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Pretérito: -ar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hablé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sprach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hablaste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sprachst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 habló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 sprach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pretérito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Pretérito: -er/-ir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comí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aß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viví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lebte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pretérito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Zeitangaben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gestern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semana pasada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letzte Woche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AB-08c: Kasten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pretérito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Pretérito-Endungen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