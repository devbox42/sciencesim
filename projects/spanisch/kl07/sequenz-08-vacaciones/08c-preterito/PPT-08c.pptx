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Vergangenheit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8 · Lektion 08c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Pretérito indefinido kennenlernen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Regelmäßige Verben in der Vergangenheit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Zeitangaben für Vergangenheit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Pretérito: -ar-Verben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hablé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sprach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hablaste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sprachst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 habló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 sprach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-é, -aste, -ó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Pretérito -ar: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nosotros hablamos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sprachen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vosotros hablasteis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ihr spracht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ellos hablaron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sie sprachen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-amos, -asteis, -aron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Pretérito: -er/-ir-Verben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comí / viví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aß / lebte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comiste / viviste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aßt / lebtest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 comió / vivió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 aß / lebte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-í, -iste, -ió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Pretérito -er/-ir: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nosotros comimos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aßen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vosotros comisteis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ihr aßt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ellos comieron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sie aßen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-imos, -isteis, -ieron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Zeitangaben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gestern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anteayer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vorgestern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semana pasada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letzte Woche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año pasado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letztes Jahr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AB-08c: Kasten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Beispielsätze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Ayer estudié mucho.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La semana pasada viajé a Madrid.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El verano pasado fuimos a la playa.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Comí paella en España.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Pretérito -ar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Ayer yo ___ (hablar)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Tú ___ mucho. (estudiar)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AB-08c: Aufgabe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Pretérito -er/-ir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Yo ___ paella. (comer)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Ella ___ en Madrid. (vivir)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AB-08c: Aufgabe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Ayer yo hablé.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Tú estudiaste mucho.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Yo comí paella.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Ella vivió en Madrid.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-ar: -é, -aste, -ó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-amos, -asteis, -aron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hablé, hablaste, habló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-er/-ir: -í, -iste, -ió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-imos, -isteis, -ieron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ayer, la semana pasada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LP-08c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El pretérito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Pretérito-Endungen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Über gestern schreiben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AB-08c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